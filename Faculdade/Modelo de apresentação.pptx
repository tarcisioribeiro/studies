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72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 autoAdjust="0"/>
    <p:restoredTop sz="94660"/>
  </p:normalViewPr>
  <p:slideViewPr>
    <p:cSldViewPr snapToGrid="0">
      <p:cViewPr varScale="1">
        <p:scale>
          <a:sx n="94" d="100"/>
          <a:sy n="94" d="100"/>
        </p:scale>
        <p:origin x="7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558DC2-E572-410C-86E0-7C42D8CA3C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2457D8-2804-489F-9F5F-9285CD281C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C98B18-C2F3-43BB-B771-70E640B9E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C1C4-BD2A-4EB9-A701-10C4EF32B1B3}" type="datetimeFigureOut">
              <a:rPr lang="pt-BR" smtClean="0"/>
              <a:t>28/09/2022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414D96-1296-4629-9D20-15C6A9398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04D510E-2722-4F01-8B1B-3BAF958AE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0955B-809A-4E48-89B7-0E5064528C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5282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F8AC4C-1137-4D9B-89A8-6A55561C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5DFF0B-A759-4141-A2A3-1698D364C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7D5415-5341-4362-A092-C577B00FF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C1C4-BD2A-4EB9-A701-10C4EF32B1B3}" type="datetimeFigureOut">
              <a:rPr lang="pt-BR" smtClean="0"/>
              <a:t>28/09/2022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B4C90A-948E-4A58-836D-B35321647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9D685CA-4BAD-4071-8923-D2AB2381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0955B-809A-4E48-89B7-0E5064528C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420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F02814-9855-432D-BDB5-60ECF1012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1432E1-5EB2-475D-8F63-C93969C83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9BF1610-419E-4FD1-BB63-EC1ED0D96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C1C4-BD2A-4EB9-A701-10C4EF32B1B3}" type="datetimeFigureOut">
              <a:rPr lang="pt-BR" smtClean="0"/>
              <a:t>28/09/2022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BF6C3D2-5F12-4B02-BA44-340150BBE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62E943-6BF0-4406-A333-2BCF6CD82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0955B-809A-4E48-89B7-0E5064528C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773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5A5222-50D7-4814-8BE3-AA7E8F239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5566ECA-63A7-43A7-B2E9-0C2CEFE6F7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2F83A6-098D-4E12-A1B5-4CB9008B4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95BE2E2-126C-4501-9765-8E91E67F6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C1C4-BD2A-4EB9-A701-10C4EF32B1B3}" type="datetimeFigureOut">
              <a:rPr lang="pt-BR" smtClean="0"/>
              <a:t>28/09/2022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EF7D02-495A-41C6-B5F3-0F8CE1C5A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5957E20-8C76-4260-ADDF-6A3C6F7CE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0955B-809A-4E48-89B7-0E5064528C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5848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AD20AC-E818-4299-BCC0-9FDBE9C0B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A5FB8F-8146-4256-8680-5E7ECFD94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07DC05C-09E3-415C-8B9D-DC563A570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2636F7B-8B57-4266-A365-BC90F3046E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83756D-7D04-4453-8D58-61D0B3C5AE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AF40E58-2ADF-4CA6-88D8-925DCE67D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C1C4-BD2A-4EB9-A701-10C4EF32B1B3}" type="datetimeFigureOut">
              <a:rPr lang="pt-BR" smtClean="0"/>
              <a:t>28/09/2022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C09644F-58BB-410A-AF5E-5A61B9F7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F7D5269-E3DA-4B57-ACAD-5D214FD95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0955B-809A-4E48-89B7-0E5064528C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337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5F7C33-1284-4C4D-84D3-D3A801115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E058C1D-BD23-4864-9838-041EB54B4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C1C4-BD2A-4EB9-A701-10C4EF32B1B3}" type="datetimeFigureOut">
              <a:rPr lang="pt-BR" smtClean="0"/>
              <a:t>28/09/2022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53BDFDD-897F-46C2-B982-67A808BBD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750938C-35AB-439B-8980-FBCA8234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0955B-809A-4E48-89B7-0E5064528C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007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AD02AD2-CDDD-4402-B274-586540367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C1C4-BD2A-4EB9-A701-10C4EF32B1B3}" type="datetimeFigureOut">
              <a:rPr lang="pt-BR" smtClean="0"/>
              <a:t>28/09/2022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10BF220-2584-47C7-A701-72452EB6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C5FF6B2-5B39-422F-85F8-96ED9D9F3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0955B-809A-4E48-89B7-0E5064528C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2922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15ABF6-410E-416B-BD0C-854C0E65B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BE57D14-9A24-4D7F-AA5F-D3C8424F3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C584A52-CDCA-406C-94F0-C60943EF70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7860F0A-70C9-4041-9FB1-48E3EE4FC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C1C4-BD2A-4EB9-A701-10C4EF32B1B3}" type="datetimeFigureOut">
              <a:rPr lang="pt-BR" smtClean="0"/>
              <a:t>28/09/2022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8C19B4C-63BE-4B33-8165-2B3F15D90D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3D5311-9062-4796-A4C9-F5471E6D9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0955B-809A-4E48-89B7-0E5064528C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6481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E2C1C4-F1F8-4F35-BCF8-CA3E2B30F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70B889F-075D-4BF8-B4DA-2DF2E3C607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7DAC2CD-3717-44EC-84C3-2C46645DC5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FE52DC-2F90-4D67-932C-65591B1F2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C1C4-BD2A-4EB9-A701-10C4EF32B1B3}" type="datetimeFigureOut">
              <a:rPr lang="pt-BR" smtClean="0"/>
              <a:t>28/09/2022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725D6D3-DAB2-4EAA-B624-258C0C5EA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78120DA-4E4C-4BA8-A0CE-619EC7DBB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0955B-809A-4E48-89B7-0E5064528C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34105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52CC63-000B-4761-ACDD-B1A2C2E67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97B98BD-BAD7-485B-A232-814AA8F3FB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D02BD7-B595-4240-A7B1-B145BE45D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C1C4-BD2A-4EB9-A701-10C4EF32B1B3}" type="datetimeFigureOut">
              <a:rPr lang="pt-BR" smtClean="0"/>
              <a:t>28/09/2022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352569-5F52-41DC-A393-659C9D194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DDD4FC-BD17-4918-A529-367DB9D3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0955B-809A-4E48-89B7-0E5064528C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53684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1E6CA88-00EC-449F-BF3D-28CCDAC336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063B8D-777F-4126-A8AC-840091AAA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B89B03-FA59-46A8-BCD3-E4D9ADA16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3C1C4-BD2A-4EB9-A701-10C4EF32B1B3}" type="datetimeFigureOut">
              <a:rPr lang="pt-BR" smtClean="0"/>
              <a:t>28/09/2022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535BE23-42CD-42E7-8333-33528E133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10E075-B1E1-4ED2-A49A-078B3051A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40955B-809A-4E48-89B7-0E5064528C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1454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3EC9169-D569-4696-A357-CA898DD8D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BFF282-9EC4-4B58-96D5-FABCCAB81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EAF39F-73D1-46B7-83B3-6B60587C30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13C1C4-BD2A-4EB9-A701-10C4EF32B1B3}" type="datetimeFigureOut">
              <a:rPr lang="pt-BR" smtClean="0"/>
              <a:t>28/09/2022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95D9A8F-C007-43C7-913F-931EAAD2F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E512BE-D699-4B3C-8757-9E1DFAA74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40955B-809A-4E48-89B7-0E5064528C7B}" type="slidenum">
              <a:rPr lang="pt-BR" smtClean="0"/>
              <a:t>‹nº›</a:t>
            </a:fld>
            <a:endParaRPr lang="pt-BR"/>
          </a:p>
        </p:txBody>
      </p:sp>
      <p:pic>
        <p:nvPicPr>
          <p:cNvPr id="8" name="Imagem 7" descr="Uma imagem contendo desenho, luz&#10;&#10;Descrição gerada automaticamente">
            <a:extLst>
              <a:ext uri="{FF2B5EF4-FFF2-40B4-BE49-F238E27FC236}">
                <a16:creationId xmlns:a16="http://schemas.microsoft.com/office/drawing/2014/main" id="{27813E6D-7E8E-4DFF-AE93-52F81EE4D046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3833" y="-71243"/>
            <a:ext cx="3778167" cy="171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57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C037EF-137F-4652-BD99-26DF7396A5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Título do trabalho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3B978B1-D9F0-469D-A85E-79A0D00C0E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Nome dos estudantes</a:t>
            </a:r>
          </a:p>
          <a:p>
            <a:endParaRPr lang="pt-BR" dirty="0"/>
          </a:p>
          <a:p>
            <a:r>
              <a:rPr lang="pt-BR" dirty="0"/>
              <a:t>Orientador: </a:t>
            </a:r>
            <a:r>
              <a:rPr lang="pt-BR" dirty="0" err="1"/>
              <a:t>Prof</a:t>
            </a:r>
            <a:r>
              <a:rPr lang="pt-BR" dirty="0"/>
              <a:t> ........</a:t>
            </a:r>
          </a:p>
        </p:txBody>
      </p:sp>
    </p:spTree>
    <p:extLst>
      <p:ext uri="{BB962C8B-B14F-4D97-AF65-F5344CB8AC3E}">
        <p14:creationId xmlns:p14="http://schemas.microsoft.com/office/powerpoint/2010/main" val="19581449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ED5144-E3E4-4CB7-B97E-C3ACEE1AA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Conteúdo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BCA003-9C0F-4EE6-8B5D-D612B22D2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  <a:p>
            <a:r>
              <a:rPr lang="pt-BR" dirty="0"/>
              <a:t>Referencial Teórico</a:t>
            </a:r>
          </a:p>
          <a:p>
            <a:r>
              <a:rPr lang="pt-BR" dirty="0"/>
              <a:t>Visão Empreendedora</a:t>
            </a:r>
          </a:p>
          <a:p>
            <a:r>
              <a:rPr lang="pt-BR" dirty="0"/>
              <a:t>Resultados dos Artefatos da Engenharia de Software</a:t>
            </a:r>
          </a:p>
          <a:p>
            <a:r>
              <a:rPr lang="pt-BR" dirty="0"/>
              <a:t>Resultados da implementação do </a:t>
            </a:r>
            <a:r>
              <a:rPr lang="pt-BR" dirty="0" err="1"/>
              <a:t>Sofware</a:t>
            </a:r>
            <a:endParaRPr lang="pt-BR" dirty="0"/>
          </a:p>
          <a:p>
            <a:r>
              <a:rPr lang="pt-BR" dirty="0"/>
              <a:t>Conclusão</a:t>
            </a:r>
          </a:p>
        </p:txBody>
      </p:sp>
    </p:spTree>
    <p:extLst>
      <p:ext uri="{BB962C8B-B14F-4D97-AF65-F5344CB8AC3E}">
        <p14:creationId xmlns:p14="http://schemas.microsoft.com/office/powerpoint/2010/main" val="99411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F2F00-0070-404A-80CE-F1E71F4DD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DD01C53-24C3-4240-933C-B7EC914E4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Problema </a:t>
            </a:r>
          </a:p>
          <a:p>
            <a:endParaRPr lang="pt-BR" dirty="0"/>
          </a:p>
          <a:p>
            <a:r>
              <a:rPr lang="pt-BR" dirty="0"/>
              <a:t>Objetivos</a:t>
            </a:r>
          </a:p>
          <a:p>
            <a:endParaRPr lang="pt-BR" dirty="0"/>
          </a:p>
          <a:p>
            <a:r>
              <a:rPr lang="pt-BR" dirty="0"/>
              <a:t>Justificativa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6597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594E16-86EE-481A-8744-7EEDB1DB3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8BB54D-8E71-439E-8508-102E68A8E2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Procedimentos Metodológicos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9358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A7D158-2F79-407D-8F4B-8E9E18F4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Referencial teórico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5F896E-3748-4582-9A81-301234B5D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Tema 1 (Silva, 2020)</a:t>
            </a:r>
          </a:p>
          <a:p>
            <a:endParaRPr lang="pt-BR" dirty="0"/>
          </a:p>
          <a:p>
            <a:r>
              <a:rPr lang="pt-BR" dirty="0"/>
              <a:t>Tema 2(Silveira, 2018)</a:t>
            </a:r>
          </a:p>
          <a:p>
            <a:endParaRPr lang="pt-BR" dirty="0"/>
          </a:p>
          <a:p>
            <a:r>
              <a:rPr lang="pt-BR" dirty="0"/>
              <a:t>Tema 3 (Oliveira, 2016)</a:t>
            </a:r>
          </a:p>
        </p:txBody>
      </p:sp>
    </p:spTree>
    <p:extLst>
      <p:ext uri="{BB962C8B-B14F-4D97-AF65-F5344CB8AC3E}">
        <p14:creationId xmlns:p14="http://schemas.microsoft.com/office/powerpoint/2010/main" val="2680949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8CA89D-8204-4477-BEAB-7608C8882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Empreendedorismo - Opcional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8BF22-AAED-4A9D-AD0A-D93AA72D0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CANVAS</a:t>
            </a:r>
          </a:p>
        </p:txBody>
      </p:sp>
    </p:spTree>
    <p:extLst>
      <p:ext uri="{BB962C8B-B14F-4D97-AF65-F5344CB8AC3E}">
        <p14:creationId xmlns:p14="http://schemas.microsoft.com/office/powerpoint/2010/main" val="40582832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6EAC12-7982-4114-9F97-E7283387C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115300" cy="1325563"/>
          </a:xfrm>
        </p:spPr>
        <p:txBody>
          <a:bodyPr/>
          <a:lstStyle/>
          <a:p>
            <a:r>
              <a:rPr lang="pt-BR" dirty="0"/>
              <a:t>Resultados dos Artefatos da Engenharia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B317E7-45C4-4DFB-849A-F9F8B34F5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BPMN</a:t>
            </a:r>
          </a:p>
          <a:p>
            <a:endParaRPr lang="pt-BR" dirty="0"/>
          </a:p>
          <a:p>
            <a:r>
              <a:rPr lang="pt-BR" dirty="0"/>
              <a:t>Regras de Negócio</a:t>
            </a:r>
          </a:p>
          <a:p>
            <a:endParaRPr lang="pt-BR" dirty="0"/>
          </a:p>
          <a:p>
            <a:r>
              <a:rPr lang="pt-BR" dirty="0"/>
              <a:t>Diagrama de Caso de Uso da UML</a:t>
            </a:r>
          </a:p>
          <a:p>
            <a:endParaRPr lang="pt-BR" dirty="0"/>
          </a:p>
          <a:p>
            <a:r>
              <a:rPr lang="pt-BR" dirty="0"/>
              <a:t>Diagrama de Classe da UML</a:t>
            </a:r>
          </a:p>
          <a:p>
            <a:endParaRPr lang="pt-BR" dirty="0"/>
          </a:p>
          <a:p>
            <a:r>
              <a:rPr lang="pt-BR" dirty="0"/>
              <a:t>Diagrama Entidade Relacionamento - BD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46488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35B34E-C1CB-4A50-AB75-12259137F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7645400" cy="1325563"/>
          </a:xfrm>
        </p:spPr>
        <p:txBody>
          <a:bodyPr/>
          <a:lstStyle/>
          <a:p>
            <a:r>
              <a:rPr lang="pt-BR" dirty="0"/>
              <a:t>Resultados dos Artefatos da Engenharia de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DAACD79-EC58-4648-BFE4-26996C2E02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r>
              <a:rPr lang="pt-BR" dirty="0"/>
              <a:t>Prototipação</a:t>
            </a:r>
          </a:p>
        </p:txBody>
      </p:sp>
    </p:spTree>
    <p:extLst>
      <p:ext uri="{BB962C8B-B14F-4D97-AF65-F5344CB8AC3E}">
        <p14:creationId xmlns:p14="http://schemas.microsoft.com/office/powerpoint/2010/main" val="27778017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137AB8-1E16-4D85-9224-81E46622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Resultados da 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3A7473E-0C95-464A-9F6E-0B07DF8AD2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FrontEnd</a:t>
            </a:r>
          </a:p>
          <a:p>
            <a:endParaRPr lang="pt-BR" dirty="0"/>
          </a:p>
          <a:p>
            <a:r>
              <a:rPr lang="pt-BR" dirty="0"/>
              <a:t>BackEnd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89373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7CC17-934B-4239-950D-046D6D6C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8925"/>
            <a:ext cx="10515600" cy="1325563"/>
          </a:xfrm>
        </p:spPr>
        <p:txBody>
          <a:bodyPr/>
          <a:lstStyle/>
          <a:p>
            <a:r>
              <a:rPr lang="pt-BR" dirty="0"/>
              <a:t>Resultados da implementação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761CB1-04BA-4B94-A918-BD9EA93054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Dá um play no vídeo explicativo</a:t>
            </a:r>
          </a:p>
        </p:txBody>
      </p:sp>
    </p:spTree>
    <p:extLst>
      <p:ext uri="{BB962C8B-B14F-4D97-AF65-F5344CB8AC3E}">
        <p14:creationId xmlns:p14="http://schemas.microsoft.com/office/powerpoint/2010/main" val="4109154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4C4578-9AE8-4DB7-A27D-D89359745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850384-EBB9-4371-AB26-BF21D6C3F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objetivo foi atingindo pois ...</a:t>
            </a:r>
          </a:p>
          <a:p>
            <a:endParaRPr lang="pt-BR" dirty="0"/>
          </a:p>
          <a:p>
            <a:r>
              <a:rPr lang="pt-BR" dirty="0"/>
              <a:t>Limitações do trabalho</a:t>
            </a:r>
          </a:p>
          <a:p>
            <a:endParaRPr lang="pt-BR" dirty="0"/>
          </a:p>
          <a:p>
            <a:r>
              <a:rPr lang="pt-BR" dirty="0"/>
              <a:t>Sugerir trabalhos futuros</a:t>
            </a:r>
          </a:p>
        </p:txBody>
      </p:sp>
    </p:spTree>
    <p:extLst>
      <p:ext uri="{BB962C8B-B14F-4D97-AF65-F5344CB8AC3E}">
        <p14:creationId xmlns:p14="http://schemas.microsoft.com/office/powerpoint/2010/main" val="36802170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7DA68A-4F7A-4AE4-8EF1-10351B5F4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AD46B8-E119-450B-89FF-4A2D3BA8C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  <a:p>
            <a:endParaRPr lang="pt-BR" dirty="0"/>
          </a:p>
          <a:p>
            <a:r>
              <a:rPr lang="pt-BR" dirty="0"/>
              <a:t>Muito obrigado !!!!!!!!!!!!!!!!!!!!</a:t>
            </a:r>
          </a:p>
        </p:txBody>
      </p:sp>
    </p:spTree>
    <p:extLst>
      <p:ext uri="{BB962C8B-B14F-4D97-AF65-F5344CB8AC3E}">
        <p14:creationId xmlns:p14="http://schemas.microsoft.com/office/powerpoint/2010/main" val="33505502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129</Words>
  <Application>Microsoft Macintosh PowerPoint</Application>
  <PresentationFormat>Widescreen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do Office</vt:lpstr>
      <vt:lpstr>Título do trabalho</vt:lpstr>
      <vt:lpstr>Conteúdo</vt:lpstr>
      <vt:lpstr>Introdução</vt:lpstr>
      <vt:lpstr>Introdução</vt:lpstr>
      <vt:lpstr>Referencial teórico</vt:lpstr>
      <vt:lpstr>Empreendedorismo - Opcional</vt:lpstr>
      <vt:lpstr>Resultados dos Artefatos da Engenharia de Software</vt:lpstr>
      <vt:lpstr>Resultados dos Artefatos da Engenharia de Software</vt:lpstr>
      <vt:lpstr>Resultados da implementação</vt:lpstr>
      <vt:lpstr>Resultados da implementação</vt:lpstr>
      <vt:lpstr>Conclusão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do trabalho</dc:title>
  <dc:creator>Daniel Facciolo Pires</dc:creator>
  <cp:lastModifiedBy>Microsoft Office User</cp:lastModifiedBy>
  <cp:revision>10</cp:revision>
  <dcterms:created xsi:type="dcterms:W3CDTF">2020-08-19T22:47:03Z</dcterms:created>
  <dcterms:modified xsi:type="dcterms:W3CDTF">2022-09-28T21:10:40Z</dcterms:modified>
</cp:coreProperties>
</file>