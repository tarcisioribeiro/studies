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5-25T22:36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false"/>
    </inkml:brush>
  </inkml:definitions>
  <inkml:trace contextRef="#ctx0" brushRef="#br0">578 98,'-1'0,"0"0,0 0,0 0,-1 0,1 2,0-1,1-1,-1 1,0 0,0 0,0 1,0 0,0 0,1-1,-1 1,-1 0,2 0,-1 0,1 0,0-1,0 0,0 0,0 1,0-1,0 0,0 0,0 0,0 0,0 0,0 2,1-1,0 1,0-2,-1 0,-2 1,1-1,0 0,-1 1,0-1,2-1,-2 0,1 0,0 0,0 0,0-1,1-1,1 0,0 2,0-1,0 1,1 0,-1 0,1 1,-1-1,0 1,1 0,-1 0,0 0,-1 0,0 0,0-1,0 2,0 0,0-1,0 1,-2 0,1 2,1-3,0-1,-1 2,1-1,0 2,-1-2,0 0,1 0,0 0,0 0,-1 3,0-2,0-1,1 0,0 0,0 0,0 1,0-1,0 0,0 0,-1 3,0-2,1-1,0 0,-1 0,1 0,0 1,0-2,1 0,1 2,-1-1,0-1,0 0,0 0,1 0,0 1,-1-1,1 2,-1-1,0-1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5-25T22:36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false"/>
    </inkml:brush>
  </inkml:definitions>
  <inkml:trace contextRef="#ctx0" brushRef="#br0">572 668,'-1'-1,"1"1,-1 0,1 0,-1 0,1 1,0 0,0 0,0 0,0 0,0 1,0-1,0 1,0-1,0-1,0 1,1 0,0 1,0 1,0-2,-1 0,1 0,-1 0,-1 2,-2-2,1 1,-1-2,-1 1,3 0,-2 0,2-1,0 0,0 0,0 0,0 0,0 0,0 0,-2 0,4 0,0-1,0 1,-1 0,1 0,0 0,0 0,0 0,0 0,-1 0,0 1,0 1,0-1,0 0,0-1,0 1,0 0,0 0,0 0,0 1,0 0,0-1,0 0,0 0,0 0,0 0,0 1,0 0,0-1,1 0,0 0,0-1,0 0,1 0,0 0,-1 0,0 0,1 0,-1 0,0 0,2 0,-2 0,1 0,0 0,-1 0,1 0,-1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5-25T22:36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false"/>
    </inkml:brush>
  </inkml:definitions>
  <inkml:trace contextRef="#ctx0" brushRef="#br0">568 763,'-2'0,"1"0,1 1,-2 0,0-1,0 1,1-1,-1 0,1 1,0 0,0-1,-1 1,1 1,1-2,-1 0,1 2,0-1,0 0,0 0,0 0,0 1,0-1,0 0,0 0,0 1,0-1,0 0,0 2,0-2,0 1,0-1,0 0,0 0,0 1,0 1,0-2,0 2,0 0,0-2,0 0,0 0,0 0,0 0,0 0,0 1,0 0,0-1,0 1,0 0,0 0,0-1,0 1,-1 0,1-1,0 0,0 1,0-1,0 0,0 1,0-1,0 0,-1 2,1-2,0 0,0 0,0 0,0 0,0 0,0 0,0 1,-1-1,1 0,0 0,0 0,0 0,0 0,0 0,0 1,0-1,0-1,0 1,0 0,0 1,0-1,0 2,0-2,0 0,-1 1,1 0,0 2,-1-3,1 1,-1-1,1 0,0 1,0-1,0 0,-1 0,0-1,0 1,0-1,0 0,0 0,-1 0,1 0,0 0,0-1,0 0,1 1,-1-2,0 1,0 0,1 0,0 0,0 0,0 0,0 1,0 0,1 0,0 0,0 1,-1 0,1 1,-1 0,0-1,0 0,1 1,-1-1,0 1,0 0,0 0,0-1,0 0,0 1,0-1,0 1,0-1,0 1,0 1,0 0,0-1,0-1,0 0,0 5,0-5,0 1,0-1,0 1,0 0,0 0,0 0,0 0,0-1,0 1,2 0,-2-1,0 0,0 0,0 0,0 0,0 2,0-1,0 0,0 0,0 0,-1-1,1 0,0 0,0 0,0 1,0-1,0 2,-1-2,1 1,0-1,0 1,-1 1,1-2,0 0,0 0,0 0,0 0,0 0,0 1,-1 0,1-1,0 0,0 0,0 0,0 0,0 1,0 0,0-1,0 0,0 1,0-1,0 1,0-1,0 0,0 1,0-1,0 0,0 2,0-2,0 1,0-1,0 0,0 0,0 2,0-2,0 1,0 0,0-1,1 2,-1-1,1-1,-1 0,2 1,-1-1,-1 1,1 1,0-1,0-1,-1 0,1 2,0-2,0 0,-1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5-25T22:36: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false"/>
    </inkml:brush>
  </inkml:definitions>
  <inkml:trace contextRef="#ctx0" brushRef="#br0">588 1013,'-1'0,"1"1,-2 0,0 0,1-1,0 0,0 0,-3 0,3 0,-2 0,0 0,2 0,0 0,0 0,0 0,0 1,0 0,-1-1,0 0,1 0,-1 0,0 0,1 0,-1 0,1 0,-1 1,1-1,0 0,-1 0,1 0,-3-1,2 1,1-1,0 1,0 0,0-1,0 0,0-1,1 1,0 0,-1-2,1 1,0 0,0 1,0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true" noRot="true" noChangeAspect="true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true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true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88" name="PlaceHolder 4"/>
          <p:cNvSpPr>
            <a:spLocks noGrp="true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89" name="PlaceHolder 5"/>
          <p:cNvSpPr>
            <a:spLocks noGrp="true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90" name="PlaceHolder 6"/>
          <p:cNvSpPr>
            <a:spLocks noGrp="true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9E6B162-CFB4-4E13-B688-462F7D0909C0}" type="slidenum">
              <a:rPr lang="pt-BR" sz="1400" b="0" strike="noStrike" spc="-1">
                <a:latin typeface="Times New Roman"/>
              </a:rPr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true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true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true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true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true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true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true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true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3"/>
          <a:srcRect l="38638"/>
          <a:stretch>
            <a:fillRect/>
          </a:stretch>
        </p:blipFill>
        <p:spPr>
          <a:xfrm>
            <a:off x="11299680" y="1434960"/>
            <a:ext cx="795600" cy="47052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/>
        </p:nvPicPr>
        <p:blipFill>
          <a:blip r:embed="rId14"/>
          <a:srcRect r="63537"/>
          <a:stretch>
            <a:fillRect/>
          </a:stretch>
        </p:blipFill>
        <p:spPr>
          <a:xfrm>
            <a:off x="11307600" y="644760"/>
            <a:ext cx="759240" cy="756720"/>
          </a:xfrm>
          <a:prstGeom prst="rect">
            <a:avLst/>
          </a:prstGeom>
          <a:ln>
            <a:noFill/>
          </a:ln>
        </p:spPr>
      </p:pic>
      <p:sp>
        <p:nvSpPr>
          <p:cNvPr id="2" name="Line 1"/>
          <p:cNvSpPr/>
          <p:nvPr/>
        </p:nvSpPr>
        <p:spPr>
          <a:xfrm flipV="true">
            <a:off x="11200680" y="516600"/>
            <a:ext cx="360" cy="5724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4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" name="PlaceHolder 5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Clique para editar o formato do texto da estrutura de tópicos</a:t>
            </a:r>
            <a:endParaRPr lang="pt-BR" sz="1800" b="0" strike="noStrike" spc="-1" dirty="0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pt-BR" sz="1800" b="0" strike="noStrike" spc="-1" dirty="0">
                <a:latin typeface="Arial"/>
              </a:rPr>
              <a:t>2.º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3.º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pt-BR" sz="1800" b="0" strike="noStrike" spc="-1" dirty="0">
                <a:latin typeface="Arial"/>
              </a:rPr>
              <a:t>4.º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5.º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6.º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7.º nível da estrutura de tópicos</a:t>
            </a:r>
            <a:endParaRPr lang="pt-BR" sz="1800" b="0" strike="noStrike" spc="-1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customXml" Target="../ink/ink4.xml"/><Relationship Id="rId7" Type="http://schemas.openxmlformats.org/officeDocument/2006/relationships/image" Target="../media/image7.png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customXml" Target="../ink/ink2.xml"/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57200" y="4511520"/>
            <a:ext cx="7771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80000"/>
              </a:lnSpc>
            </a:pPr>
            <a:r>
              <a:rPr lang="pt-BR" sz="5000" b="0" strike="noStrike" cap="all" spc="194" dirty="0">
                <a:solidFill>
                  <a:srgbClr val="0D0D0D"/>
                </a:solidFill>
                <a:latin typeface="Tw Cen MT Condensed"/>
                <a:ea typeface="DejaVu Sans" panose="020B0603030804020204"/>
              </a:rPr>
              <a:t>Desenvolvimento de Jogos com Unity</a:t>
            </a:r>
            <a:endParaRPr lang="pt-BR" sz="5000" b="0" strike="noStrike" spc="-1" dirty="0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610480" y="4511520"/>
            <a:ext cx="3199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2400" b="0" strike="noStrike" spc="-1">
                <a:solidFill>
                  <a:srgbClr val="0D0D0D"/>
                </a:solidFill>
                <a:latin typeface="Tw Cen MT"/>
                <a:ea typeface="DejaVu Sans" panose="020B0603030804020204"/>
              </a:rPr>
              <a:t>Prof. Me. Ely Prado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4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3346920" y="1694880"/>
            <a:ext cx="4834440" cy="1755720"/>
          </a:xfrm>
          <a:prstGeom prst="rect">
            <a:avLst/>
          </a:prstGeom>
          <a:ln>
            <a:noFill/>
          </a:ln>
        </p:spPr>
      </p:pic>
      <p:sp>
        <p:nvSpPr>
          <p:cNvPr id="5" name="Line 3"/>
          <p:cNvSpPr/>
          <p:nvPr/>
        </p:nvSpPr>
        <p:spPr>
          <a:xfrm flipV="true">
            <a:off x="8386560" y="4815360"/>
            <a:ext cx="360" cy="914400"/>
          </a:xfrm>
          <a:prstGeom prst="line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ítulo 2"/>
          <p:cNvSpPr>
            <a:spLocks noGrp="true"/>
          </p:cNvSpPr>
          <p:nvPr>
            <p:ph type="subTitle"/>
          </p:nvPr>
        </p:nvSpPr>
        <p:spPr>
          <a:xfrm>
            <a:off x="38100" y="-6985"/>
            <a:ext cx="12004040" cy="67519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using System.Collections;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using System.Collections.Generic;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using UnityEngine;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public class ControleNPC : MonoBehaviour {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//ponto de destino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private Vector3 target;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//velocidade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private float speed = 1.0F;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void Start() {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//inicia para nova direção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novaDirecao();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}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void novaDirecao() {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target = new Vector3(Random.Range(-100, 100), 0, Random.Range(-100, 100));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transform.rotation = Quaternion.LookRotation(target);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}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...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ítulo 2"/>
          <p:cNvSpPr>
            <a:spLocks noGrp="true"/>
          </p:cNvSpPr>
          <p:nvPr>
            <p:ph type="subTitle"/>
          </p:nvPr>
        </p:nvSpPr>
        <p:spPr>
          <a:xfrm>
            <a:off x="38100" y="-6985"/>
            <a:ext cx="12004040" cy="6751955"/>
          </a:xfrm>
        </p:spPr>
        <p:txBody>
          <a:bodyPr>
            <a:noAutofit/>
          </a:bodyPr>
          <a:p>
            <a:pPr marL="0" indent="0">
              <a:buNone/>
            </a:pP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...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void Update() {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//move NPC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float step =  speed * Time.deltaTime; 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transform.position = Vector3.MoveTowards(transform.position, target, step);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}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void OnCollisionEnter(Collision collision) {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//vai para nova direção caso haja colisão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//importante que o objeto tenha um RigidBody 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//desabilite a rotação XYZ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    novaDirecao();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    }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chemeClr val="tx1"/>
                </a:solidFill>
                <a:latin typeface="Courier 10 Pitch" charset="0"/>
                <a:cs typeface="Courier 10 Pitch" charset="0"/>
              </a:rPr>
              <a:t>}</a:t>
            </a: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endParaRPr lang="pt-PT" altLang="pt-BR" sz="1800">
              <a:solidFill>
                <a:schemeClr val="tx1"/>
              </a:solidFill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sp>
        <p:nvSpPr>
          <p:cNvPr id="3" name="Subtítulo 2"/>
          <p:cNvSpPr>
            <a:spLocks noGrp="true"/>
          </p:cNvSpPr>
          <p:nvPr>
            <p:ph type="sub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Imagem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" y="41910"/>
            <a:ext cx="12202795" cy="6864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Tinta 4"/>
              <p14:cNvContentPartPr/>
              <p14:nvPr/>
            </p14:nvContentPartPr>
            <p14:xfrm>
              <a:off x="3486150" y="622300"/>
              <a:ext cx="184150" cy="704850"/>
            </p14:xfrm>
          </p:contentPart>
        </mc:Choice>
        <mc:Fallback xmlns="">
          <p:pic>
            <p:nvPicPr>
              <p:cNvPr id="5" name="Tinta 4"/>
            </p:nvPicPr>
            <p:blipFill>
              <a:blip r:embed="rId3"/>
            </p:blipFill>
            <p:spPr>
              <a:xfrm>
                <a:off x="3486150" y="622300"/>
                <a:ext cx="184150" cy="704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6" name="Tinta 5"/>
              <p14:cNvContentPartPr/>
              <p14:nvPr/>
            </p14:nvContentPartPr>
            <p14:xfrm>
              <a:off x="3473450" y="4235450"/>
              <a:ext cx="215900" cy="355600"/>
            </p14:xfrm>
          </p:contentPart>
        </mc:Choice>
        <mc:Fallback xmlns="">
          <p:pic>
            <p:nvPicPr>
              <p:cNvPr id="6" name="Tinta 5"/>
            </p:nvPicPr>
            <p:blipFill>
              <a:blip r:embed="rId5"/>
            </p:blipFill>
            <p:spPr>
              <a:xfrm>
                <a:off x="3473450" y="4235450"/>
                <a:ext cx="215900" cy="355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7" name="Tinta 6"/>
              <p14:cNvContentPartPr/>
              <p14:nvPr/>
            </p14:nvContentPartPr>
            <p14:xfrm>
              <a:off x="3352800" y="4845050"/>
              <a:ext cx="254000" cy="1841500"/>
            </p14:xfrm>
          </p:contentPart>
        </mc:Choice>
        <mc:Fallback xmlns="">
          <p:pic>
            <p:nvPicPr>
              <p:cNvPr id="7" name="Tinta 6"/>
            </p:nvPicPr>
            <p:blipFill>
              <a:blip r:embed="rId7"/>
            </p:blipFill>
            <p:spPr>
              <a:xfrm>
                <a:off x="3352800" y="4845050"/>
                <a:ext cx="254000" cy="1841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8" name="Tinta 7"/>
              <p14:cNvContentPartPr/>
              <p14:nvPr/>
            </p14:nvContentPartPr>
            <p14:xfrm>
              <a:off x="3365500" y="6369050"/>
              <a:ext cx="368300" cy="101600"/>
            </p14:xfrm>
          </p:contentPart>
        </mc:Choice>
        <mc:Fallback xmlns="">
          <p:pic>
            <p:nvPicPr>
              <p:cNvPr id="8" name="Tinta 7"/>
            </p:nvPicPr>
            <p:blipFill>
              <a:blip r:embed="rId9"/>
            </p:blipFill>
            <p:spPr>
              <a:xfrm>
                <a:off x="3365500" y="6369050"/>
                <a:ext cx="368300" cy="1016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908</Words>
  <Application>WPS Presentation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Arial</vt:lpstr>
      <vt:lpstr>Nimbus Roman No9 L</vt:lpstr>
      <vt:lpstr>Symbol</vt:lpstr>
      <vt:lpstr>Times New Roman</vt:lpstr>
      <vt:lpstr>Tw Cen MT Condensed</vt:lpstr>
      <vt:lpstr>Gubbi</vt:lpstr>
      <vt:lpstr>DejaVu Sans</vt:lpstr>
      <vt:lpstr>Tw Cen MT</vt:lpstr>
      <vt:lpstr>Courier 10 Pitch</vt:lpstr>
      <vt:lpstr>微软雅黑</vt:lpstr>
      <vt:lpstr>Droid Sans Fallback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Ely Prado</dc:creator>
  <cp:lastModifiedBy>ely</cp:lastModifiedBy>
  <cp:revision>139</cp:revision>
  <dcterms:created xsi:type="dcterms:W3CDTF">2021-05-26T01:37:15Z</dcterms:created>
  <dcterms:modified xsi:type="dcterms:W3CDTF">2021-05-26T01:37:15Z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91</vt:i4>
  </property>
  <property fmtid="{D5CDD505-2E9C-101B-9397-08002B2CF9AE}" pid="12" name="KSOProductBuildVer">
    <vt:lpwstr>1046-11.1.0.10161</vt:lpwstr>
  </property>
</Properties>
</file>