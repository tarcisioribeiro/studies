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68" r:id="rId4"/>
    <p:sldId id="269" r:id="rId5"/>
    <p:sldId id="27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true" noRot="true" noChangeAspect="true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true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87" name="PlaceHolder 3"/>
          <p:cNvSpPr>
            <a:spLocks noGrp="true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8" name="PlaceHolder 4"/>
          <p:cNvSpPr>
            <a:spLocks noGrp="true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89" name="PlaceHolder 5"/>
          <p:cNvSpPr>
            <a:spLocks noGrp="true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  <a:endParaRPr lang="pt-BR" sz="1400" b="0" strike="noStrike" spc="-1">
              <a:latin typeface="Times New Roman"/>
            </a:endParaRPr>
          </a:p>
        </p:txBody>
      </p:sp>
      <p:sp>
        <p:nvSpPr>
          <p:cNvPr id="90" name="PlaceHolder 6"/>
          <p:cNvSpPr>
            <a:spLocks noGrp="true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true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true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true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true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true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true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true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true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true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3"/>
          <a:srcRect l="38638"/>
          <a:stretch>
            <a:fillRect/>
          </a:stretch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4"/>
          <a:srcRect r="63537"/>
          <a:stretch>
            <a:fillRect/>
          </a:stretch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true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true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7" name="PlaceHolder 5"/>
          <p:cNvSpPr>
            <a:spLocks noGrp="true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Clique para editar o formato do texto da estrutura de tópicos</a:t>
            </a:r>
            <a:endParaRPr lang="pt-BR" sz="1800" b="0" strike="noStrike" spc="-1" dirty="0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2.º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3.º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pt-BR" sz="1800" b="0" strike="noStrike" spc="-1" dirty="0">
                <a:latin typeface="Arial"/>
              </a:rPr>
              <a:t>4.º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5.º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6.º nível da estrutura de tópicos</a:t>
            </a:r>
            <a:endParaRPr lang="pt-BR" sz="1800" b="0" strike="noStrike" spc="-1" dirty="0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pt-BR" sz="1800" b="0" strike="noStrike" spc="-1" dirty="0">
                <a:latin typeface="Arial"/>
              </a:rPr>
              <a:t>7.º nível da estrutura de tópicos</a:t>
            </a:r>
            <a:endParaRPr lang="pt-BR" sz="1800" b="0" strike="noStrike" spc="-1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 dirty="0">
                <a:solidFill>
                  <a:srgbClr val="0D0D0D"/>
                </a:solidFill>
                <a:latin typeface="Tw Cen MT Condensed"/>
                <a:ea typeface="DejaVu Sans" panose="020B0603030804020204"/>
              </a:rPr>
              <a:t>Desenvolvimento de Jogos com Unity</a:t>
            </a:r>
            <a:endParaRPr lang="pt-BR" sz="5000" b="0" strike="noStrike" spc="-1" dirty="0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 panose="020B0603030804020204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4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  <p:sp>
        <p:nvSpPr>
          <p:cNvPr id="5" name="Line 3"/>
          <p:cNvSpPr/>
          <p:nvPr/>
        </p:nvSpPr>
        <p:spPr>
          <a:xfrm flipV="true">
            <a:off x="8386560" y="4815360"/>
            <a:ext cx="360" cy="914400"/>
          </a:xfrm>
          <a:prstGeom prst="line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Junção de Objetos</a:t>
            </a:r>
            <a:endParaRPr lang="pt-PT" altLang="pt-BR"/>
          </a:p>
        </p:txBody>
      </p:sp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609600" y="1604645"/>
            <a:ext cx="10421620" cy="3977005"/>
          </a:xfrm>
        </p:spPr>
        <p:txBody>
          <a:bodyPr>
            <a:normAutofit lnSpcReduction="10000"/>
          </a:bodyPr>
          <a:p>
            <a:r>
              <a:rPr lang="pt-PT" altLang="pt-BR"/>
              <a:t>É possível na Unity unir dois objetos, bastanto para isso adicionar um dentro do outro na árvore de hierarquia.</a:t>
            </a:r>
            <a:endParaRPr lang="pt-PT" altLang="pt-BR"/>
          </a:p>
          <a:p>
            <a:endParaRPr lang="pt-PT" altLang="pt-BR"/>
          </a:p>
          <a:p>
            <a:endParaRPr lang="pt-PT" altLang="pt-BR"/>
          </a:p>
          <a:p>
            <a:endParaRPr lang="pt-PT" altLang="pt-BR"/>
          </a:p>
          <a:p>
            <a:endParaRPr lang="pt-PT" altLang="pt-BR"/>
          </a:p>
          <a:p>
            <a:r>
              <a:rPr lang="pt-PT" altLang="pt-BR"/>
              <a:t>Neste caso, por exemplo, quando mover ou rotacionar o objeto Player os objetos CameraParent e zegotinha serão movidos ou rotacionados também.</a:t>
            </a:r>
            <a:endParaRPr lang="pt-PT" altLang="pt-BR"/>
          </a:p>
        </p:txBody>
      </p:sp>
      <p:pic>
        <p:nvPicPr>
          <p:cNvPr id="4" name="Imagem 3"/>
          <p:cNvPicPr>
            <a:picLocks noChangeAspect="true"/>
          </p:cNvPicPr>
          <p:nvPr/>
        </p:nvPicPr>
        <p:blipFill>
          <a:blip r:embed="rId1"/>
          <a:srcRect l="111" t="26198" r="86656" b="65191"/>
          <a:stretch>
            <a:fillRect/>
          </a:stretch>
        </p:blipFill>
        <p:spPr>
          <a:xfrm>
            <a:off x="987425" y="2620010"/>
            <a:ext cx="4034790" cy="1477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Junção de Objetos via Código</a:t>
            </a:r>
            <a:endParaRPr lang="pt-PT" altLang="pt-BR"/>
          </a:p>
        </p:txBody>
      </p:sp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609600" y="1227455"/>
            <a:ext cx="10421620" cy="5517515"/>
          </a:xfrm>
        </p:spPr>
        <p:txBody>
          <a:bodyPr>
            <a:noAutofit/>
          </a:bodyPr>
          <a:p>
            <a:pPr marL="0" indent="0">
              <a:buNone/>
            </a:pP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void OnTriggerEnter(Collider other) {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if (other.gameObject.CompareTag("NPC")) {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other.transform.parent = transform;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other.transform.localPosition = new Vector3(0.7f,-0.2f,0.5f);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other.transform.rotation =  transform.rotation;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other.transform.Rotate(-90.0f, 0.0f, 90.0f, Space.Self);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}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}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Junção de Objetos via Código</a:t>
            </a:r>
            <a:endParaRPr lang="pt-PT" altLang="pt-BR"/>
          </a:p>
        </p:txBody>
      </p:sp>
      <p:sp>
        <p:nvSpPr>
          <p:cNvPr id="3" name="Subtítulo 2"/>
          <p:cNvSpPr>
            <a:spLocks noGrp="true"/>
          </p:cNvSpPr>
          <p:nvPr>
            <p:ph type="subTitle"/>
          </p:nvPr>
        </p:nvSpPr>
        <p:spPr>
          <a:xfrm>
            <a:off x="609600" y="1227455"/>
            <a:ext cx="10421620" cy="551751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private GameObject npc = null;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...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void OnTriggerEnter(Collider other) {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if (other.gameObject.CompareTag("NPC") </a:t>
            </a: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&amp;&amp; npc == null</a:t>
            </a:r>
            <a:r>
              <a:rPr lang="pt-PT" altLang="pt-BR" sz="1800">
                <a:latin typeface="Courier 10 Pitch" charset="0"/>
                <a:cs typeface="Courier 10 Pitch" charset="0"/>
              </a:rPr>
              <a:t>) {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other.transform.parent = transform;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other.transform.localPosition = new Vector3(0.7f,-0.2f,0.5f);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other.transform.rotation =  transform.rotation;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other.transform.Rotate(-90.0f, 0.0f, 90.0f, Space.Self);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     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   </a:t>
            </a: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npc = other.gameObject;</a:t>
            </a: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    } else if (other.gameObject.CompareTag("Hospital")) {</a:t>
            </a: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       Destroy(npc);</a:t>
            </a: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       npc = null;</a:t>
            </a:r>
            <a:endParaRPr lang="pt-PT" altLang="pt-BR" sz="1800">
              <a:solidFill>
                <a:srgbClr val="FF0000"/>
              </a:solidFill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    }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r>
              <a:rPr lang="pt-PT" altLang="pt-BR" sz="1800">
                <a:latin typeface="Courier 10 Pitch" charset="0"/>
                <a:cs typeface="Courier 10 Pitch" charset="0"/>
              </a:rPr>
              <a:t>}</a:t>
            </a:r>
            <a:endParaRPr lang="pt-PT" altLang="pt-BR" sz="1800">
              <a:latin typeface="Courier 10 Pitch" charset="0"/>
              <a:cs typeface="Courier 10 Pitch" charset="0"/>
            </a:endParaRPr>
          </a:p>
          <a:p>
            <a:pPr marL="0" indent="0">
              <a:buNone/>
            </a:pPr>
            <a:endParaRPr lang="pt-PT" altLang="pt-BR" sz="1800"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1191</Words>
  <Application>WPS Presentation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3" baseType="lpstr">
      <vt:lpstr>Arial</vt:lpstr>
      <vt:lpstr>SimSun</vt:lpstr>
      <vt:lpstr>Wingdings</vt:lpstr>
      <vt:lpstr>Arial</vt:lpstr>
      <vt:lpstr>Nimbus Roman No9 L</vt:lpstr>
      <vt:lpstr>Symbol</vt:lpstr>
      <vt:lpstr>Times New Roman</vt:lpstr>
      <vt:lpstr>Tw Cen MT Condensed</vt:lpstr>
      <vt:lpstr>Gubbi</vt:lpstr>
      <vt:lpstr>DejaVu Sans</vt:lpstr>
      <vt:lpstr>Tw Cen MT</vt:lpstr>
      <vt:lpstr>Poppins</vt:lpstr>
      <vt:lpstr>Consolas</vt:lpstr>
      <vt:lpstr>Liberation Sans Narrow</vt:lpstr>
      <vt:lpstr>微软雅黑</vt:lpstr>
      <vt:lpstr>Droid Sans Fallback</vt:lpstr>
      <vt:lpstr>Arial Unicode MS</vt:lpstr>
      <vt:lpstr>Courier 10 Pitch</vt:lpstr>
      <vt:lpstr>Office Theme</vt:lpstr>
      <vt:lpstr>PowerPoint 演示文稿</vt:lpstr>
      <vt:lpstr>PowerPoint 演示文稿</vt:lpstr>
      <vt:lpstr>Junção de Objetos</vt:lpstr>
      <vt:lpstr>Junção de Objetos via Código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Ely Prado</dc:creator>
  <cp:lastModifiedBy>ely</cp:lastModifiedBy>
  <cp:revision>135</cp:revision>
  <dcterms:created xsi:type="dcterms:W3CDTF">2021-05-18T20:40:24Z</dcterms:created>
  <dcterms:modified xsi:type="dcterms:W3CDTF">2021-05-18T20:40:24Z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  <property fmtid="{D5CDD505-2E9C-101B-9397-08002B2CF9AE}" pid="12" name="KSOProductBuildVer">
    <vt:lpwstr>1046-11.1.0.10161</vt:lpwstr>
  </property>
</Properties>
</file>