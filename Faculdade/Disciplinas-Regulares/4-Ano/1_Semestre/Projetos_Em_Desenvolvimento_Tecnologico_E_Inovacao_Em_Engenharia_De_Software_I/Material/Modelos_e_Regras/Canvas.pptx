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04"/>
  </p:normalViewPr>
  <p:slideViewPr>
    <p:cSldViewPr snapToGrid="0" snapToObjects="1">
      <p:cViewPr varScale="1">
        <p:scale>
          <a:sx n="72" d="100"/>
          <a:sy n="72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20BA3-FB7E-9245-B381-0D3C0CE5B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4FFF04-7617-3348-B98D-947B8C1C8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3BB71B-165E-9C4A-904C-46F8A490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E7BC19-22D1-074D-A157-65B4D5016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654BA-3486-544B-A98F-25DB61DD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2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8E144-0A2C-6B4B-BD46-0521C938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48E399-54FD-CC41-93FC-E4BF97E64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1A3062-C687-E54A-A2F0-D16690F8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A34CE5-F185-694A-ABBC-7C353813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78F980-C63A-1544-BD87-7098A84B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627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090BE-24B2-034A-AE11-97F6FB01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BBBFB5-BDF0-8640-AA2B-FEC1FB0F4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5F3A08-7587-1E4F-89A0-8A1D21CF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C99328-12B7-4647-A32B-8425A8FD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D0220D-4298-3142-AB7F-37060F50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21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9DD7B-8526-E34B-A69D-EC4A6C6C1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835AA1-941C-634B-8401-1752DED30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1D7451-15AF-D444-A95F-B2873F01B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BB08D9-2AA7-F84D-8510-9F830756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80144D-F7A7-344B-8064-F2B0FB81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B95031-E988-AA45-8794-62324B91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308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8CCE5-81C0-674E-9701-3CD37B6E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F881F5-0DE0-CE4A-9C15-03FBB0929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A41C29-36DC-2D40-8B05-ADDD80ECF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99B6DA-D359-5B45-9BD4-33086A518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0176E7-8DDC-3646-A0AA-6F1E8321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03B7BB7-817A-8E41-A165-36A50670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5361669-0E82-FF40-88DA-07C087A4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9FAFBD8-9A7E-2040-8578-4A48017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071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3D66F-F50E-CC4C-9684-E99E958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EA83D7-BA92-B241-B9F1-74D60221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841944-2F85-1F4C-B2C6-1C8045ED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739A16-FA65-1C42-A9D9-B8C52502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75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598D3F-FA33-274E-B3E3-23481592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2C11C2B-5CDC-5E42-A0BD-9863001F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234727-4C86-564D-BA14-5620271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45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96CE8-32B5-644C-A241-D743C12EE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12D369-E8BE-384B-A98E-6DEB92D68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2FB9AF-EECD-D541-AF22-1A4A1E06E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F39599-9C5C-2A48-854B-57E02FC7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24F423-5D5F-7E46-B547-6449DB26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9C33BD-ADA1-EC49-B70D-547D87C3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84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E7334-E8B4-764C-A147-F40A53C2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80DB1D-5C70-8F44-88AC-5725AF64B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9DC414-5992-4749-9022-E1D20DB68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FA8461-F443-4C4D-96E2-2DF67C6B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02CE43-CB9C-E54C-9082-BF81D0A4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61F3DC-ED19-F24B-A6D6-F329A3F0D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154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6B2A3-F759-3A4B-973F-3F05EEC37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0DA556-EA9F-B741-9F15-64EA1EDC5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8F9767-5FE1-764A-8640-5E783941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F1C33A-1A3F-A94C-A767-8782E0A4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82CC6C-F32A-6348-9161-FADFD302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02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E40D69-1D3B-CB4B-BF99-87D274A3D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6EADE8-A9DE-944F-861D-71C15F3F4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CA24B0-D7FD-4F4F-A144-3A3AE7C0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D3CDF-0BD7-C34E-AA74-00A25124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4C5207-D74E-0941-876E-46012ABD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02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50470DE-F518-9F4E-921A-0C63ED48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04A831-52A2-0249-9237-3E711E0D6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50CF09-2999-5D4B-9FB8-B9FA61A0B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DB492-6C77-E042-9840-1B849349C901}" type="datetimeFigureOut">
              <a:rPr lang="pt-BR" smtClean="0"/>
              <a:t>06/04/2021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7F41D2-AD04-314F-95E4-E010EB567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126AF6-A84F-D04C-B621-C039D3B68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AFF90-584B-854D-9E5C-BC03516D6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89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nlinearthinking.typepad.com/nonlinear_thinking/2008/07/the-business-model-canvas.html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onlinearthinking.typepad.com/nonlinear_thinking/2008/07/the-business-model-canvas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bstartups.com.br/quer-aplicar-o-business-model-canvas-veja-alguns-exemplo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99294-2ABE-FF4A-9FCF-688A19321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Canvas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13F739-8247-8E4D-BE11-8CB9841A3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Business </a:t>
            </a:r>
            <a:r>
              <a:rPr lang="pt-BR" dirty="0" err="1"/>
              <a:t>Model</a:t>
            </a:r>
            <a:r>
              <a:rPr lang="pt-BR" dirty="0"/>
              <a:t> </a:t>
            </a:r>
            <a:r>
              <a:rPr lang="pt-BR" dirty="0" err="1">
                <a:highlight>
                  <a:srgbClr val="00FF00"/>
                </a:highlight>
              </a:rPr>
              <a:t>Canvas</a:t>
            </a:r>
            <a:endParaRPr lang="pt-BR" dirty="0">
              <a:highlight>
                <a:srgbClr val="00FF00"/>
              </a:highlight>
            </a:endParaRPr>
          </a:p>
          <a:p>
            <a:endParaRPr lang="pt-BR" dirty="0"/>
          </a:p>
          <a:p>
            <a:r>
              <a:rPr lang="pt-BR" dirty="0" err="1"/>
              <a:t>Suiço</a:t>
            </a:r>
            <a:r>
              <a:rPr lang="pt-BR" dirty="0"/>
              <a:t> Alexander </a:t>
            </a:r>
            <a:r>
              <a:rPr lang="pt-BR" dirty="0" err="1"/>
              <a:t>Osterwalder</a:t>
            </a:r>
            <a:endParaRPr lang="pt-BR" dirty="0"/>
          </a:p>
          <a:p>
            <a:endParaRPr lang="pt-BR" dirty="0"/>
          </a:p>
          <a:p>
            <a:r>
              <a:rPr lang="pt-BR" dirty="0"/>
              <a:t>Melhor </a:t>
            </a:r>
            <a:r>
              <a:rPr lang="pt-BR" dirty="0">
                <a:highlight>
                  <a:srgbClr val="00FF00"/>
                </a:highlight>
              </a:rPr>
              <a:t>visualização</a:t>
            </a:r>
            <a:r>
              <a:rPr lang="pt-BR" dirty="0"/>
              <a:t> </a:t>
            </a:r>
            <a:r>
              <a:rPr lang="pt-BR" dirty="0">
                <a:highlight>
                  <a:srgbClr val="00FF00"/>
                </a:highlight>
              </a:rPr>
              <a:t>estratégica</a:t>
            </a:r>
            <a:r>
              <a:rPr lang="pt-BR" dirty="0"/>
              <a:t> na hora da </a:t>
            </a:r>
            <a:r>
              <a:rPr lang="pt-BR" dirty="0">
                <a:highlight>
                  <a:srgbClr val="00FF00"/>
                </a:highlight>
              </a:rPr>
              <a:t>criação</a:t>
            </a:r>
            <a:r>
              <a:rPr lang="pt-BR" dirty="0"/>
              <a:t> do seu negócio.</a:t>
            </a:r>
          </a:p>
        </p:txBody>
      </p:sp>
    </p:spTree>
    <p:extLst>
      <p:ext uri="{BB962C8B-B14F-4D97-AF65-F5344CB8AC3E}">
        <p14:creationId xmlns:p14="http://schemas.microsoft.com/office/powerpoint/2010/main" val="194293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8BD12-0368-064E-B355-C728551C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4341B1-12F0-9B4D-97C4-7CB53FE2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0AFE13-E565-A948-9296-A53C20FA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39913"/>
            <a:ext cx="9448800" cy="458266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2F946E6-E175-C74F-8877-0D88BAF24343}"/>
              </a:ext>
            </a:extLst>
          </p:cNvPr>
          <p:cNvSpPr txBox="1"/>
          <p:nvPr/>
        </p:nvSpPr>
        <p:spPr>
          <a:xfrm>
            <a:off x="471488" y="6557963"/>
            <a:ext cx="974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https://nonlinearthinking.typepad.com/nonlinear_thinking/2008/07/the-business-model-canvas.html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636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1A802-A555-E142-8156-90075561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DA5FAA-666F-3B4B-B1CE-89A62356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043" y="194945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pt-BR" dirty="0"/>
            </a:br>
            <a:r>
              <a:rPr lang="pt-BR" b="1" dirty="0"/>
              <a:t>1</a:t>
            </a:r>
            <a:r>
              <a:rPr lang="pt-BR" dirty="0"/>
              <a:t>. The </a:t>
            </a:r>
            <a:r>
              <a:rPr lang="pt-BR" dirty="0" err="1">
                <a:highlight>
                  <a:srgbClr val="00FF00"/>
                </a:highlight>
              </a:rPr>
              <a:t>value</a:t>
            </a:r>
            <a:r>
              <a:rPr lang="pt-BR" dirty="0"/>
              <a:t> </a:t>
            </a:r>
            <a:r>
              <a:rPr lang="pt-BR" dirty="0" err="1">
                <a:highlight>
                  <a:srgbClr val="00FF00"/>
                </a:highlight>
              </a:rPr>
              <a:t>proposition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what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offered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market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b="1" dirty="0"/>
              <a:t>2</a:t>
            </a:r>
            <a:r>
              <a:rPr lang="pt-BR" dirty="0"/>
              <a:t>. The </a:t>
            </a:r>
            <a:r>
              <a:rPr lang="pt-BR" dirty="0" err="1"/>
              <a:t>segment</a:t>
            </a:r>
            <a:r>
              <a:rPr lang="pt-BR" dirty="0"/>
              <a:t>(</a:t>
            </a:r>
            <a:r>
              <a:rPr lang="pt-BR" dirty="0" err="1"/>
              <a:t>s</a:t>
            </a:r>
            <a:r>
              <a:rPr lang="pt-BR" dirty="0"/>
              <a:t>)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>
                <a:highlight>
                  <a:srgbClr val="00FF00"/>
                </a:highlight>
              </a:rPr>
              <a:t>clients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are </a:t>
            </a:r>
            <a:r>
              <a:rPr lang="pt-BR" dirty="0" err="1"/>
              <a:t>addressed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value</a:t>
            </a:r>
            <a:r>
              <a:rPr lang="pt-BR" dirty="0"/>
              <a:t> </a:t>
            </a:r>
            <a:r>
              <a:rPr lang="pt-BR" dirty="0" err="1"/>
              <a:t>proposition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b="1" dirty="0"/>
              <a:t>3. </a:t>
            </a:r>
            <a:r>
              <a:rPr lang="pt-BR" dirty="0"/>
              <a:t>The communication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>
                <a:highlight>
                  <a:srgbClr val="00FF00"/>
                </a:highlight>
              </a:rPr>
              <a:t>distribution</a:t>
            </a:r>
            <a:r>
              <a:rPr lang="pt-BR" dirty="0"/>
              <a:t> </a:t>
            </a:r>
            <a:r>
              <a:rPr lang="pt-BR" dirty="0" err="1">
                <a:highlight>
                  <a:srgbClr val="00FF00"/>
                </a:highlight>
              </a:rPr>
              <a:t>channels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reach</a:t>
            </a:r>
            <a:r>
              <a:rPr lang="pt-BR" dirty="0"/>
              <a:t> </a:t>
            </a:r>
            <a:r>
              <a:rPr lang="pt-BR" dirty="0" err="1"/>
              <a:t>clients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offer</a:t>
            </a:r>
            <a:r>
              <a:rPr lang="pt-BR" dirty="0"/>
              <a:t> </a:t>
            </a:r>
            <a:r>
              <a:rPr lang="pt-BR" dirty="0" err="1"/>
              <a:t>them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value</a:t>
            </a:r>
            <a:r>
              <a:rPr lang="pt-BR" dirty="0"/>
              <a:t> </a:t>
            </a:r>
          </a:p>
          <a:p>
            <a:pPr marL="0" indent="0">
              <a:buNone/>
            </a:pPr>
            <a:r>
              <a:rPr lang="pt-BR" dirty="0" err="1"/>
              <a:t>proposition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4. The </a:t>
            </a:r>
            <a:r>
              <a:rPr lang="pt-BR" dirty="0" err="1">
                <a:highlight>
                  <a:srgbClr val="00FF00"/>
                </a:highlight>
              </a:rPr>
              <a:t>relationships</a:t>
            </a:r>
            <a:r>
              <a:rPr lang="pt-BR" dirty="0"/>
              <a:t> </a:t>
            </a:r>
            <a:r>
              <a:rPr lang="pt-BR" dirty="0" err="1"/>
              <a:t>established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>
                <a:highlight>
                  <a:srgbClr val="00FF00"/>
                </a:highlight>
              </a:rPr>
              <a:t>clients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5. The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>
                <a:highlight>
                  <a:srgbClr val="FF0000"/>
                </a:highlight>
              </a:rPr>
              <a:t>resources</a:t>
            </a:r>
            <a:r>
              <a:rPr lang="pt-BR" dirty="0"/>
              <a:t> </a:t>
            </a:r>
            <a:r>
              <a:rPr lang="pt-BR" dirty="0" err="1"/>
              <a:t>needed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make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business </a:t>
            </a:r>
            <a:r>
              <a:rPr lang="pt-BR" dirty="0" err="1"/>
              <a:t>model</a:t>
            </a:r>
            <a:r>
              <a:rPr lang="pt-BR" dirty="0"/>
              <a:t> </a:t>
            </a:r>
            <a:r>
              <a:rPr lang="pt-BR" dirty="0" err="1"/>
              <a:t>possible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6. The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>
                <a:highlight>
                  <a:srgbClr val="FF0000"/>
                </a:highlight>
              </a:rPr>
              <a:t>activities</a:t>
            </a:r>
            <a:r>
              <a:rPr lang="pt-BR" dirty="0"/>
              <a:t> </a:t>
            </a:r>
            <a:r>
              <a:rPr lang="pt-BR" dirty="0" err="1"/>
              <a:t>necessary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implement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business </a:t>
            </a:r>
            <a:r>
              <a:rPr lang="pt-BR" dirty="0" err="1"/>
              <a:t>model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7. The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>
                <a:highlight>
                  <a:srgbClr val="FF0000"/>
                </a:highlight>
              </a:rPr>
              <a:t>partners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their</a:t>
            </a:r>
            <a:r>
              <a:rPr lang="pt-BR" dirty="0"/>
              <a:t> </a:t>
            </a:r>
            <a:r>
              <a:rPr lang="pt-BR" dirty="0" err="1"/>
              <a:t>motivations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participate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business </a:t>
            </a:r>
            <a:r>
              <a:rPr lang="pt-BR" dirty="0" err="1"/>
              <a:t>model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8. The </a:t>
            </a:r>
            <a:r>
              <a:rPr lang="pt-BR" dirty="0" err="1">
                <a:highlight>
                  <a:srgbClr val="00FF00"/>
                </a:highlight>
              </a:rPr>
              <a:t>revenue</a:t>
            </a:r>
            <a:r>
              <a:rPr lang="pt-BR" dirty="0"/>
              <a:t> </a:t>
            </a:r>
            <a:r>
              <a:rPr lang="pt-BR" dirty="0" err="1"/>
              <a:t>streams</a:t>
            </a:r>
            <a:r>
              <a:rPr lang="pt-BR" dirty="0"/>
              <a:t> </a:t>
            </a:r>
            <a:r>
              <a:rPr lang="pt-BR" dirty="0" err="1"/>
              <a:t>generated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business </a:t>
            </a:r>
            <a:r>
              <a:rPr lang="pt-BR" dirty="0" err="1"/>
              <a:t>model</a:t>
            </a:r>
            <a:r>
              <a:rPr lang="pt-BR" dirty="0"/>
              <a:t> (</a:t>
            </a:r>
            <a:r>
              <a:rPr lang="pt-BR" dirty="0" err="1"/>
              <a:t>constituting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revenue</a:t>
            </a:r>
            <a:r>
              <a:rPr lang="pt-BR" dirty="0"/>
              <a:t> </a:t>
            </a:r>
            <a:r>
              <a:rPr lang="pt-BR" dirty="0" err="1"/>
              <a:t>model</a:t>
            </a:r>
            <a:r>
              <a:rPr lang="pt-BR" dirty="0"/>
              <a:t>);</a:t>
            </a:r>
          </a:p>
          <a:p>
            <a:pPr marL="0" indent="0">
              <a:buNone/>
            </a:pPr>
            <a:r>
              <a:rPr lang="pt-BR" dirty="0"/>
              <a:t>9. The </a:t>
            </a:r>
            <a:r>
              <a:rPr lang="pt-BR" dirty="0" err="1">
                <a:highlight>
                  <a:srgbClr val="FF0000"/>
                </a:highlight>
              </a:rPr>
              <a:t>cost</a:t>
            </a:r>
            <a:r>
              <a:rPr lang="pt-BR" dirty="0"/>
              <a:t> </a:t>
            </a:r>
            <a:r>
              <a:rPr lang="pt-BR" dirty="0" err="1"/>
              <a:t>structure</a:t>
            </a:r>
            <a:r>
              <a:rPr lang="pt-BR" dirty="0"/>
              <a:t> </a:t>
            </a:r>
            <a:r>
              <a:rPr lang="pt-BR" dirty="0" err="1"/>
              <a:t>resulting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business </a:t>
            </a:r>
            <a:r>
              <a:rPr lang="pt-BR" dirty="0" err="1"/>
              <a:t>model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30582A4-E2D3-E647-A0A8-EC2AE42A1CFA}"/>
              </a:ext>
            </a:extLst>
          </p:cNvPr>
          <p:cNvSpPr txBox="1"/>
          <p:nvPr/>
        </p:nvSpPr>
        <p:spPr>
          <a:xfrm>
            <a:off x="557213" y="6300788"/>
            <a:ext cx="974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2"/>
              </a:rPr>
              <a:t>https://nonlinearthinking.typepad.com/nonlinear_thinking/2008/07/the-business-model-canvas.html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578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28A2B-7A0E-144E-9798-D28AB24B5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4983C-FA34-3641-A9C6-3D426BBA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práticos</a:t>
            </a:r>
          </a:p>
          <a:p>
            <a:pPr lvl="1"/>
            <a:r>
              <a:rPr lang="pt-BR" dirty="0">
                <a:hlinkClick r:id="rId2"/>
              </a:rPr>
              <a:t>https://abstartups.com.br/quer-aplicar-o-business-model-canvas-veja-alguns-exemplos/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63259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187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Canvas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 da entrega e BackLog de Abril</dc:title>
  <dc:creator>Microsoft Office User</dc:creator>
  <cp:lastModifiedBy>Daniel Facciolo Pires</cp:lastModifiedBy>
  <cp:revision>23</cp:revision>
  <dcterms:created xsi:type="dcterms:W3CDTF">2020-04-13T19:18:33Z</dcterms:created>
  <dcterms:modified xsi:type="dcterms:W3CDTF">2021-04-06T23:24:45Z</dcterms:modified>
</cp:coreProperties>
</file>