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0" r:id="rId1"/>
  </p:sldMasterIdLst>
  <p:notesMasterIdLst>
    <p:notesMasterId r:id="rId51"/>
  </p:notesMasterIdLst>
  <p:handoutMasterIdLst>
    <p:handoutMasterId r:id="rId52"/>
  </p:handoutMasterIdLst>
  <p:sldIdLst>
    <p:sldId id="256" r:id="rId2"/>
    <p:sldId id="420" r:id="rId3"/>
    <p:sldId id="421" r:id="rId4"/>
    <p:sldId id="422" r:id="rId5"/>
    <p:sldId id="423" r:id="rId6"/>
    <p:sldId id="424" r:id="rId7"/>
    <p:sldId id="425" r:id="rId8"/>
    <p:sldId id="445" r:id="rId9"/>
    <p:sldId id="426" r:id="rId10"/>
    <p:sldId id="446" r:id="rId11"/>
    <p:sldId id="466" r:id="rId12"/>
    <p:sldId id="447" r:id="rId13"/>
    <p:sldId id="429" r:id="rId14"/>
    <p:sldId id="448" r:id="rId15"/>
    <p:sldId id="467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2" r:id="rId25"/>
    <p:sldId id="468" r:id="rId26"/>
    <p:sldId id="464" r:id="rId27"/>
    <p:sldId id="460" r:id="rId28"/>
    <p:sldId id="461" r:id="rId29"/>
    <p:sldId id="432" r:id="rId30"/>
    <p:sldId id="433" r:id="rId31"/>
    <p:sldId id="434" r:id="rId32"/>
    <p:sldId id="475" r:id="rId33"/>
    <p:sldId id="476" r:id="rId34"/>
    <p:sldId id="477" r:id="rId35"/>
    <p:sldId id="478" r:id="rId36"/>
    <p:sldId id="479" r:id="rId37"/>
    <p:sldId id="482" r:id="rId38"/>
    <p:sldId id="483" r:id="rId39"/>
    <p:sldId id="480" r:id="rId40"/>
    <p:sldId id="484" r:id="rId41"/>
    <p:sldId id="485" r:id="rId42"/>
    <p:sldId id="486" r:id="rId43"/>
    <p:sldId id="487" r:id="rId44"/>
    <p:sldId id="481" r:id="rId45"/>
    <p:sldId id="442" r:id="rId46"/>
    <p:sldId id="488" r:id="rId47"/>
    <p:sldId id="443" r:id="rId48"/>
    <p:sldId id="444" r:id="rId49"/>
    <p:sldId id="419" r:id="rId50"/>
  </p:sldIdLst>
  <p:sldSz cx="9144000" cy="6858000" type="screen4x3"/>
  <p:notesSz cx="6858000" cy="10001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CC9900"/>
    <a:srgbClr val="FF9900"/>
    <a:srgbClr val="FFFF99"/>
    <a:srgbClr val="FFFFCC"/>
    <a:srgbClr val="FF0000"/>
    <a:srgbClr val="6600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7072" cy="49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pt-BR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4569" y="0"/>
            <a:ext cx="3014364" cy="49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 altLang="pt-BR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09385"/>
            <a:ext cx="2937072" cy="49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pt-BR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4569" y="9509385"/>
            <a:ext cx="3014364" cy="49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6AD2468-252A-4F68-BFBE-3EA3D1BB09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2787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1:40.5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5557 4887 0,'1265'-50'125,"-968"50"-110,1117-25 32,-1191 25-47,-24 0 16,-1 0-16,-24 0 15,0 0-15,-1 0 16,-98 0-16,49 0 16,-50 0-16,100-25 15,-50 25-15,25 0 16,-25 0-16,49 0 16,-74 0-16,-24 0 15,74 0-15,-75 0 16,25 0-16,-24 0 15,-1 0-15,-49 0 16,25 0-16,24 0 16,-49 0-16,0 0 15,49 0 1,-49 0 0,0 0-16,-1 0 15,1 0-15,25 0 16,-25 0 15,-1 25 125,-24 0-156,0 0 16,0 24-16,-173 51 62,123-100-62,25 0 0,-49 24 16,49-24-16,-24 0 16,-1 0-16,0 25 15,1-25-15,24 0 16,0 0-16,-25 0 16,26 0-16,-26 25 15,25-25 1,-24 0-16,24 0 15,0 0-15,-49 25 16,49-25-16,-25 0 16,25 0-16,-49 0 15,24 0-15,-24 0 16,24 0-16,26 0 16,-26 0-16,25 0 15,-49 0-15,49 25 16,0-25-16,-25 0 15,1 0-15,-1 0 16,1 0-16,-1 0 16,0 0-16,26 0 15,-51 0-15,26 0 16,-26 0-16,50 0 16,-24 0-16,-1 0 15,1 0-15,-26 0 16,1 0-16,49 0 15,-49 0-15,24 0 16,-25 0 0,1 0-16,24 0 0,-24 0 15,49 0 1,-49 24-16,-1-24 16,1 0-16,24 0 15,1 0-15,-1 0 16,1 0-16,-1 0 15,0 0-15,-24 25 16,49-25-16,0 0 16,-49 0-16,49 0 15,-24 0-15,-26 0 16,25 0 0,1 0-16,-1 0 15,1 0-15,-1 0 16,25 0-16,-24 0 15,-1 0-15,-24 0 16,49 0-16,-50 25 16,26-25-1,-26 0-15,1 0 16,24 0-16,1 0 16,24 0-16,-25 0 15,1 0 1,-1 0-16,-24 0 15,49 0-15,-25 0 0,25 0 16,-24 0 0,-1 0-16,1 0 15,24 0-15,-25 0 16,1 0-16,24 0 16,0 0-16,0 0 15,-24 0-15,24 0 16,0 0-16,-25 0 15,26 0-15,-26 0 16,25 0-16,0 0 16,-24 0-16,-1 0 15,25 0-15,-24 0 16,24 0-16,0 0 16,0 0-1,0 0-15,1 0 16,-1 0-1,0 0 1,0 0 0,0 0 15,1 0 0,-1 0-15,0 0 156,0-25-157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1:56.8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16818 1414 0,'0'25'78,"25"-25"-31,0 49-47,24-49 15,-24 0-15,0 25 16,24-25-16,-24 25 16,50-25-16,-51 0 15,26 0-15,-25 0 16,24 0-16,26 0 16,-50 0-16,24 0 15,1 25-15,-1-25 16,1 24-16,24-24 15,-24 0-15,25 0 16,-51 0-16,1 25 16,50-25-1,-26 25-15,1-25 16,-1 0-16,-24 0 16,25 0-16,24 0 15,1 0-15,-26 0 16,-24 0-16,25 25 15,-1-25-15,1 0 16,-1 0-16,1 0 16,-25 0-16,24 0 15,1 0-15,24 0 16,-49 0-16,0 0 16,50 25-16,-26-25 15,1 0-15,-1 25 16,-24-25-16,25 0 15,-1 0-15,1 0 16,-25 24-16,24-24 16,1 0-16,-25 0 15,0 0-15,-1 0 16,26 25 0,-25-25-16,0 0 0,24 0 15,-24 0 1,25 0-1,-26 25-15,1-25 16,0 0-16,25 0 16,-26 0-1,26 0 1,-25 0-16,0 0 16,24 0-16,-24 0 15,0 25-15,25-25 16,-26 0-16,1 0 15,0 0-15,49 0 16,-49 0-16,0 0 16,0 0-16,0 0 15,-1 0-15,26 25 16,0-25-16,-26 0 16,26 0-1,-25 0-15,0 0 16,24 0-16,-24 0 15,0 0-15,0 0 16,24 0-16,-24 0 31,25 0-31,-26 0 0,1 0 16,0 0 0,25 0-1,-25 0-15,-1 0 16,1 0-16,0 0 15,0 0-15,0 0 16,24 0-16,-24 0 16,0 0-1,24 0 1,-24 0-16,0 0 0,0 0 16,0 0-1,-1 0-15,1 0 0,25 0 16,-25 0-1,-1 0 1,1 0-16,0 0 16,0 0-1,0 0-15,-1 0 16,26-25 0,-25 25-16,0 0 15,-1 0 1,1 0-16,0 0 15,0 0-15,0 0 16,24 0 0,-24 0-1,0-25 1,0 25-16,-25-25 16,24 25-16,1 0 15,0 0 1,0 0-1,25 0 1,-26 0-16,1 0 16,0-25-1,0 25 1,0 0 0,24 0-1,1-24 1,-25 24 15,-1 0-15,1 0-1,0 0 32,0 0-47,0 0 31,-1 0 1,1 0-17,0 0 1,0 0 125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2:06.4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16942 4936 0,'0'0'0,"25"0"15,0 0 1,-1 25 15,1-25-31,0 0 16,0 0-16,0 0 15,24 0-15,1 0 16,-25 25-16,49 0 16,-24-25-16,-26 0 15,51 24 1,-26-24-16,26 0 16,-50 0-16,-1 0 15,51 25-15,-25-25 16,-1 0-16,26 25 15,-1-25-15,0 0 16,-24 0-16,24 0 16,1 25-16,24-25 15,-25 0-15,26 0 16,-1 0-16,-25 0 16,25 0-16,50 0 15,-74 0-15,-1 0 16,1 0-16,24 0 15,-25 0-15,-24 0 16,24 25-16,1-25 16,-26 24-16,26-24 15,-1 0-15,25 0 16,-24 25-16,-1-25 16,-24 0-16,24 0 15,50 0 1,-74 0-16,49 0 15,-25 0-15,1 0 16,-1 0-16,-49 0 16,74 0-16,-49 0 15,-1 0-15,26 0 16,-25 0-16,24 0 16,-24 0-16,24 0 15,-49 0-15,24 0 16,-24 0-16,25 0 15,24 0-15,-24 0 16,-1 0-16,1 0 16,0 0-16,-26 0 15,26 0-15,0 0 16,-26 0-16,51 0 16,-26 0-16,1 0 15,-25 0-15,0 0 16,24 0-16,-24 0 15,25 0-15,-25 0 16,-1 0 0,26 0-16,-25 0 15,24 0-15,-24 0 0,50 0 16,-51 0 0,1 0-16,25-25 15,-25 25-15,-1 0 16,1 0-16,0 0 15,0 0 1,0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3:46.9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6722 1736 0,'25'0'125,"25"0"-125,49-24 15,-49 24-15,24 0 16,0 0 0,1 0-16,-1 0 15,50 0-15,-49 0 16,-1 0-16,-24 0 16,24 0-16,25 0 15,-24 0-15,-1 0 16,1 0-16,-26 0 15,26 0-15,-1 0 16,25 0-16,1 0 16,-51 0-16,26 0 15,24 0-15,0-25 16,25 25-16,0 0 16,-25 0-16,0 0 15,1 0-15,49 0 16,-25 0-16,-25 0 15,50 0-15,-25 0 16,24 0 0,-24 0-16,0 0 15,50 0-15,-25 0 0,49 0 16,-98-25 0,73 25-16,-24 0 15,0 0-15,-50 0 16,50-25-16,-50 25 15,0 0-15,1 0 16,-26 0-16,25 0 16,-24 0-16,-1 0 15,0 0-15,26 0 16,-26 0-16,1 0 16,-26 0-16,1 0 15,24 0-15,1 0 16,-26 0-16,26 0 15,-26 0-15,26 0 16,-1 0-16,0 0 16,1 0-16,-26 0 15,26 0-15,-1 0 16,-24 0-16,0 0 16,-1 0-16,26 0 15,-26 0-15,1 0 16,24 0-16,-24 0 15,24 0-15,1 0 16,-1 0-16,0 0 16,1 0-1,-1 0-15,-24 0 0,24 0 16,1 0 0,-1 0-16,25 0 15,-24 0-15,-1-25 16,-24 25-16,24 0 15,-24 0-15,24 0 16,1 0-16,-1 0 16,0 0-16,-24 0 15,49 0-15,-24 0 16,-26 0-16,1 0 16,24 0-16,1 0 15,-26 0-15,51 0 16,-26 0-16,-24 0 15,24 0-15,0 0 16,-24 0-16,24 0 16,1 0-16,-26 0 15,26 0-15,-26 0 16,1 0-16,25 0 16,-26 0-16,1 0 15,24 0-15,1 0 16,-26 0-16,1 0 15,-1 0-15,26 0 16,-26 0 0,26 0-16,-26 0 15,1 0-15,24 0 16,-24 0-16,24 0 16,-49 0-16,25 0 15,24 0-15,-49 0 16,50 0-16,-1 0 15,-49 0-15,49 0 16,-24 0-16,-25 0 16,49 0-16,-24 0 15,24 0-15,-24 0 16,-1 0-16,-24 0 16,25 0-16,24 0 15,-24 0-15,24 0 16,-24 0-16,-1 0 15,1 0-15,0 0 16,24 0-16,-24 0 16,24 0-16,0 0 15,-49 0 1,50 0-16,-1 0 16,-24 0-16,-26 0 15,26 0-15,0 0 16,-1 0-16,1 0 15,-1 0-15,-24 0 16,50 0-16,-51 0 16,51 0-16,-25 0 15,-1 0-15,-24 0 16,25 0-16,-26 0 16,51 0-16,-26 0 15,-24 0-15,25 0 16,-25 0-16,49 0 15,-24 0-15,24 0 16,-49 0-16,0 0 16,24 0-1,1 0-15,-25 0 0,-1 0 16,26 0 0,0 0-16,-26 0 0,26 0 15,-25 0 1,49 0-16,-49 0 0,0 0 15,0 0 1,24 0-16,1 0 0,-25 0 16,24 0-16,1 0 15,-25 0 1,0 0-16,24 0 0,1 0 16,-25 0-16,-1 0 15,1 0 1,50 0-16,-26 0 15,-24 0-15,0 0 16,0 0-16,24 0 16,1 0-1,-25 0-15,-1 0 16,1 0-16,0 0 16,0 0-16,0 0 15,-1 0 1,1 0-1,0 0 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6:35.0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11634 9178 0,'25'0'110,"-1"0"-95,1 0-15,0 0 16,25 0-16,24 0 16,-49 0-16,49 0 15,-49 0-15,49 0 16,1 0-16,-26 0 15,26 0-15,-1 0 16,-49 0-16,25 0 16,-1 0-16,1 0 15,0 0-15,-1 0 16,-24 0-16,0 0 16,24 0-16,-24 0 15,25 0 1,-1 0-16,1 0 15,0 0-15,-26 0 16,51 0-16,-50 0 16,49 0-16,-24 0 15,-1 0-15,50 0 16,-49 0-16,24 0 16,1 0-16,-50 0 15,99 0-15,-75 0 16,1 0-16,74 0 15,-50 0-15,-24 0 16,24 0-16,26 0 16,-1 0-16,-25 0 15,1 0-15,-26 0 16,26 0-16,-1 0 16,-24 0-16,-1 0 15,1 0-15,0 0 16,-1 0-16,26 25 15,-1-25-15,0 0 16,1 0-16,-26 0 16,26 0-16,-1 0 15,25 0-15,-24 0 16,-26 0 0,51 0-16,-26 0 15,25 0-15,-24 0 16,-1 0-16,1 0 15,-1 0-15,0-25 16,26 25-16,-76 0 16,76-25-16,-1 25 15,-50 0-15,26-25 16,24 25-16,-49 0 16,-1-25-16,1 25 15,0 0-15,24 0 16,0-24-16,1 24 15,-26 0-15,1 0 16,24 0-16,-49 0 16,50 0-16,-51 0 15,51 0-15,-50 0 16,49 0-16,-49 0 16,49 0-16,-49 0 15,50 0 1,-26 0-16,1 0 15,-25 0-15,24 0 16,1 0-16,-25 0 16,49 0-16,-49 0 15,24 0-15,1 0 16,-25 0-16,24 0 16,-24 0-16,25 0 15,24 0-15,-24 0 16,-1 0-16,1 0 15,-25 0-15,24 0 16,1 0-16,25 0 16,-51 0-16,51 0 15,-50 0-15,-1 0 16,26 0-16,-25 0 16,24 0-16,-24 0 15,0 0 1,0 0-16,0 0 0,49 0 15,-49 0-15,24 0 16,-24 0-16,25 0 16,-25 0-16,49 0 15,-24 0 1,-26 0 0,26 24-16,-25-24 15,0 0-15,-1 0 16,1 0-1,0 0 1,25 0 0,-25 0-1,-1 0 1,1 0-16,0 0 16,0 0 15,0 0 0,-1 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8:09.8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4589 12402 0,'25'0'140,"25"0"-124,-1 0-16,1 0 16,-1 0-16,26 0 15,-1 0-15,1 0 16,24 0-16,0 0 16,-24 0-16,-26 0 15,1 0-15,24 0 16,1 0-16,-1 0 15,0 0-15,-49 0 16,0 0-16,49 0 16,-24 0-16,-25 0 15,24 0-15,26 0 16,-50 0-16,24 0 16,-24 0-16,50 0 15,-51 0-15,26 0 16,-25 0-16,24 0 15,-24 0 1,0 0 0,0 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2:59:23.3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18083 13891 0,'25'0'109,"49"0"-93,1 0-16,-1 0 15,0 0-15,75 0 16,-50 0-16,100 0 16,-125 0-16,50 0 15,-49 0-15,-1 0 16,1 24-16,-26-24 15,-24 0-15,25 0 16,-1 0-16,-24 0 16,0 0 15,0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05:29.97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15206 6176 0,'49'0'94,"-24"0"-78,25 0-16,-1 0 15,1 0-15,24 0 16,-24 0-16,-1 0 15,26 0-15,-25 0 16,24 0-16,-24 0 16,24 0-16,-24 0 15,24 0-15,-24 0 16,24 0 0,-24 0-16,-1 0 0,1 0 15,24 0-15,50 0 16,-25 0-1,-24 0-15,-1 0 0,1 0 16,24 0 0,0 0-16,25 0 15,0 0-15,0 0 16,-49 0-16,49 0 16,-50 0-16,25 0 15,-24 0-15,24 0 16,-25 0-16,50-24 15,-49 24-15,-26 0 16,51 0-16,-26 0 16,0 0-1,50 0-15,-74 0 0,74 0 16,-49 0 0,-26 0-16,50 0 0,-24 0 15,-1 0-15,1 0 16,-1 0-16,0 0 15,-49 0-15,50 0 16,-1 0-16,0 0 16,-24 0-16,0 0 15,-1-25-15,1 25 16,0 0-16,-1 0 16,26 0-1,-26 0-15,-24 0 16,25 0-16,-1 0 15,1 0-15,-1 0 16,-24 0-16,25 0 16,-25 0-16,49 0 15,-49 0-15,24 0 16,1 0-16,0 0 16,-1 0-16,1 0 15,24 0-15,-24 0 16,-25 0-16,0 0 15,49 0-15,-24 0 16,24 0-16,-24 0 16,-26 0-16,26 0 15,24 0-15,-49 0 16,50 0-16,-26 0 16,1 0-1,-25 0-15,24 0 0,1 0 16,-25 0-16,-1 0 15,51 0 1,-50 0-16,24 0 16,1 0-16,-25 0 0,-1 25 15,26-25 1,-25 0-16,0 0 16,0 0-16,-1 0 31,1 0-31,0 0 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05:31.8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8632 7069 0,'-49'0'78,"24"0"-63,-49-24-15,-1 24 16,1-25-16,-1 25 16,-24-25-16,-50 25 15,75 0-15,-1 0 16,1 0-16,-50 0 16,50 0-16,-50 0 15,74 0-15,-24 0 16,-50 0-16,49 0 15,1 0-15,-1 0 16,1 0-16,49 0 16,-74 0-16,49 0 15,1 25-15,-26 0 16,50-25-16,-49 0 16,24 0-16,-24 24 15,0-24 1,24 0-16,-24 25 15,-1 0-15,1-25 16,24 0-16,-24 0 16,24 0-16,0 0 15,1 0-15,-26 0 16,26 0-16,-26 0 16,51 25-16,-26-25 15,0 0-15,-24 0 16,49 0-16,-24 0 15,24 0-15,0 0 16,-49 0-16,49 0 16,0 0-16,0 0 15,0 0-15,1 0 16,-1 0-16,0 0 16,0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16:52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13668 9897 0,'25'0'94,"-1"0"-79,1 0-15,0 0 16,25 0-16,-1 25 15,-24-25-15,25 0 16,-26 0-16,1 0 16,25 0-16,-1 25 15,26-25-15,-50 0 16,24 24-16,-24-24 16,49 0-1,-24 25-15,24-25 16,-49 0-16,25 0 15,0 0-15,-1 0 16,26 0-16,-26 0 16,50 0-16,-74 0 15,50 0-15,-51 0 16,26 0-16,24 25 16,-24-25-16,-25 0 15,24 0-15,1 0 16,0 0-16,24 0 15,-24 0-15,-26 0 16,51 25-16,-1-25 16,-24 0-16,0 0 15,24 0-15,-24 0 16,24 0-16,0 0 16,1 0-16,-1 0 15,1 0-15,-51 0 16,26 0-16,0 0 15,-26 0-15,51 0 16,-50 0-16,-1 0 16,51 0-16,-50 0 15,24 0 1,1 0-16,0 0 16,-1 0-16,1 0 15,24 0-15,-24 0 16,-1 0-16,26 0 15,-1 0-15,-24 0 16,-1 0-16,1 0 16,0 0-16,-1 0 15,-24 0 1,49 0-16,-49 0 0,25 0 16,-25 0-16,49 0 15,-24 0-15,-1-25 16,1 25-16,0 0 15,24 0-15,-24 0 16,-1 0-16,26 0 16,-26 0-16,1-25 15,-1 25-15,-24 0 16,25-25 0,-25 25-16,24 0 0,-24 0 15,0 0 1,0 0-16,-1 0 15,26 0-15,-25 0 16,0 0-16,24-24 16,-24 24-16,0 0 15,24 0-15,1 0 16,-25 0-16,25 0 16,-26 0-16,1 0 15,25 0-15,-1 0 16,-24 0-1,25 0 1,-25 0 0,24 0-16,-24 0 15,0 0-15,24 0 16,-24 0-16,0 0 16,0 0-16,24 0 15,-24 0-15,0 0 16,0 0-16,0-25 15,-1 25-15,1 0 16,0 0-16,0 0 16,0 0-1,-1 0-15,1 0 32,0 0-32,0 0 15,0 0 1,-1 0-1,1 0 1,0 0 15,0 0 1,0 0-1,0 0 16,-1 0 15,1 0-46,0 0 31</inkml:trace>
  <inkml:trace contextRef="#ctx0" brushRef="#br0" timeOffset="19628.4573">9128 11708 0,'0'-25'78,"25"25"-47,0 0-31,0-25 16,0 25-1,24 0-15,1 0 16,-25 0-16,24 0 16,1 0-16,0 0 15,24 0-15,25 0 16,-74 0-1,25 0-15,-1 0 16,1 0-16,-1 0 16,-24 0-16,25 0 15,49 0-15,-49 0 16,24 0-16,0 0 16,-24 0-16,0 0 15,-1 0-15,26 0 16,-1 0-16,-49 0 15,25 0-15,-1 0 16,1 0-16,-1 0 16,-24 0-1,25 0-15,-25 0 0,24 0 16,1 0-16,-1 0 16,1 0-16,24 0 15,-49 0-15,25 0 16,-1 0-16,1 0 15,-25 0-15,25 0 16,-26 0 0,1 25-16,25-25 15,-1 0-15,1 0 16,0 0-16,-26 0 16,51 0-16,-26 25 15,1-25-15,-25 0 16,24 0-16,1 0 15,-25 0-15,24 0 16,-24 0-16,25 0 16,-1 0-16,-24 0 15,50 0-15,-51 0 16,26 25-16,24-25 16,-24 0-16,-25 0 15,49 0 1,-49 0-16,50 0 0,-26 0 15,1 0-15,24 0 16,-49 0-16,0 0 16,24 0-16,1 0 15,24 0-15,-49 0 16,25 0 0,-1 0-1,1 0-15,-25 0 16,24 0-16,1 0 15,0 0-15,-1 0 16,1 0 0,24 0-1,-24 0 1,-25 0 0,0 0 15</inkml:trace>
  <inkml:trace contextRef="#ctx0" brushRef="#br0" timeOffset="28978.3778">15106 11534 0,'25'0'203,"50"0"-203,-51 0 16,51 25-1,-26-25-15,1 25 16,0-25 0,24 0-16,0 0 15,-49 0-15,25 25 16,0-25-16,-1 24 15,26-24-15,-1 0 16,0 0-16,1 25 16,-1-25-16,1 0 15,-1 0-15,-24 0 16,24 0-16,-24 0 16,24 0-16,-49 0 15,49 0-15,1 0 16,-26 0-16,-24 0 15,50 0-15,-1 0 16,0 0-16,1 0 16,-26 0-16,26 0 15,-26 0 1,26 0-16,-1 0 0,1 0 16,24 0-16,-74 0 15,49 0 1,1 0-16,-1 0 15,-24 0-15,24 0 16,-24 0-16,-1 0 16,26 0-16,-1 0 15,-49 0-15,24 0 16,1 0-16,0 0 16,24-25-16,-49 25 15,0 0-15,-1 0 16,1 0-16,0 0 15,0 0-15,0 0 16,-1 0-16,26-24 16,-25 24-16,0 0 15,24 0-15,-24 0 16,0 0-16,0 0 16,0 0-16,-1 0 15,1 0-15,0 0 31,-25-25 110</inkml:trace>
  <inkml:trace contextRef="#ctx0" brushRef="#br0" timeOffset="48488.2792">10567 13196 0,'50'25'125,"-25"0"-125,49-25 15,-24 25-15,-26-25 16,1 0-16,25 49 15,-25-49-15,-1 0 16,26 0-16,0 0 16,-1 25-16,26-25 15,-51 0-15,51 0 16,-26 0-16,26 0 16,-50 0-16,74 25 15,-25-25-15,-24 0 16,0 0-16,-26 0 15,26 0-15,0 0 16,-1 0-16,26 0 16,-1 0-16,0 0 15,-24 0 1,49 0-16,-49 0 16,24 0-16,1 0 15,-1 0-15,-24 0 16,-1 0-16,1 0 15,0 0-15,24 0 16,-24 0-16,-1 0 16,-24 0-16,49 0 15,-24 0-15,24 0 16,-24 0-16,0 0 16,-1 0-16,-24 0 15,0 0-15,24 0 16,-24 0-16,0 0 15,0 0-15,0 0 16,-1 0 0,1 0-16,0 0 15,0 0 1,0 0 15</inkml:trace>
  <inkml:trace contextRef="#ctx0" brushRef="#br0" timeOffset="82789.3221">5854 14957 0,'50'0'78,"24"0"-62,-24 0-16,-25 0 16,49 0-16,1 0 15,-1 0-15,-24 0 16,-1-25-16,26 25 15,-26 0-15,26-24 16,-1 24-16,0-25 16,26 25-16,-51 0 15,1 0-15,49 0 16,0-25-16,-24 0 16,49 25-16,-50-25 15,1 1 1,49 24-16,-25 0 0,0 0 15,0-25-15,0 25 16,-24 0 0,-1-25-16,26 25 0,-26-25 15,0 25 1,1 0-16,-26 0 16,1 0-16,0 0 15,-1 0-15,-24 0 16,49 0-16,-49 0 15,25 0 1,-25 0 0</inkml:trace>
  <inkml:trace contextRef="#ctx0" brushRef="#br0" timeOffset="87390.8069">13742 15056 0,'25'0'141,"0"0"-126,0 0-15,-1 0 16,26 0-16,-25 0 16,0 0-1,-1 0-15,1 0 16,0 0-16,0 0 16,24 0-16,-24 0 15,0 0-15,0 0 16,24 0-16,1 0 15,-25 0-15,0 0 16,24 0-16,-24 0 16,0 0-16,0 0 15,24 0-15,1 0 16,-25 0-16,0 0 16,24 0-16,26 0 15,-1 0-15,-24 0 16,24 0-16,0 0 15,1 0-15,-1 0 16,1 0-16,-26 0 16,1 0-16,-1 0 15,26 0-15,-50-24 16,49 24 0,0 0-16,1 0 15,-1 0-15,1 0 16,-1 0-16,-24 0 15,24 0-15,1 0 16,-26 0-16,26 0 16,-26 0-16,1 0 15,-1-25-15,-24 25 16,0 0-16,0 0 16,0 0-16,-1 0 15,1 0-15,0 0 16,0 0-16,0 0 15,-1 0 1,1 0 0,0 0-16,0 0 15,25 0 1,-26 0 15,1 0 0,0 0-15,0 0-16,0 0 31,-1 0-31,1 0 16,0 0-16,25 0 16,-26 0-1,1 0 1,25 0-1,-25 0-15,-1 0 16,1 0 0,0 0 15,0 0-31,0 0 47,-25 25-47</inkml:trace>
  <inkml:trace contextRef="#ctx0" brushRef="#br0" timeOffset="89430.8283">19323 15056 0,'25'0'156,"0"0"-156,0 0 16,24 0-16,-24 0 15,0 0-15,24 0 16,-24 25-16,0-25 15,0 0-15,0 0 16,-1 25-16,1-25 16,0 0-1,0 0-15,0 0 16,-1 0 0,1 0-16,0 0 15,0 0-15,25 0 16,-1 25-1,-24-25-15,0 0 16,24 0 0,-24 0-16,0 0 15,0 25-15,0-25 16,-1 0-16,1 0 16,25 0-1,-25 0-15,-1 0 0,26 0 16,-25 0-1,24 0-15,-24 0 16,25 0-16,-25 24 16,-1-24-16,26 0 15,-25 25 1,24-25-16,1 0 16,-25 0-16,0 0 15,-1 0 1,26 0-16,0 25 15,-25-25 1,24 0 0,-24 0-1,25 0-15,-26 25 16,1 0-16,25-25 16,49 0-1,-74 0-15,0 0 0,24 0 16,-24 0-1,25 0-15,-26 0 16,1 0-16,0 0 16,25 0-1,-26 0 1,1 0 0,0 0-16,25 0 15,-1 0-15,1 0 16,-25 0-16,24 0 15,-24 0-15,0 0 16,0 0 0,-1 0-16,1 0 15,0 0-15,25 0 16,-25 0-16,-1 0 16,1 0-16,0 0 31,0 0-31,0 0 15,-1-25 1,1 25 15,0 0-31,0-25 32,0 25-17,-1 0-15,1 0 16,0 0-1,-25-25 1,25 25 0,0 0-1,-1-25 1,1 25 0,0 0 15,0 0 0</inkml:trace>
  <inkml:trace contextRef="#ctx0" brushRef="#br0" timeOffset="110042.7233">5978 16619 0,'50'0'16,"-25"0"-1,-1 0-15,26 0 16,25 0-16,-26 0 16,-24 0-16,49 0 15,1 0-15,-1 0 16,1 0-16,24 25 16,-50-25-16,26 0 15,24 0-15,0 0 16,25 0-16,-24 25 15,-26-25-15,0 25 16,50-25-16,-74 0 16,49 49-16,-24-49 15,-26 0-15,1 0 16,-25 0-16,49 0 16,-49 0-1,0 0-15,-1 0 16,1 0 15</inkml:trace>
  <inkml:trace contextRef="#ctx0" brushRef="#br0" timeOffset="111297.3036">11361 16619 0,'25'0'47,"24"0"-32,-24 0-15,50 25 16,24 0-16,-25-25 15,1 0-15,24 25 16,0-1-16,25-24 16,50 0-1,-75 0-15,99 0 16,-49 0-16,-25 0 16,75 0-16,-51 0 15,-24 0-15,-49 0 16,24 0-16,50 0 15,-99 0-15,49 0 16,-50 0-16,26 0 16,-26 0-16,26 0 15,-26 0-15,1 0 16,0 0-16,-1 0 16,1-24-16,-25 24 15,-1 0-15,1 0 16,0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29:00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4639 10641 0,'0'0'0,"-25"0"0,0 0 15,-24-25 1,24 1-16,-25-1 0,1 0 16,-51 0-1,1 25-15,25-49 0,24-1 16,-24 50-16,-1-25 15,1 25-15,24-25 16,25 1-16,-24 24 16,-1-25-16,50 0 15,-49 25-15,24-25 16,0 0 0,0 1 15</inkml:trace>
  <inkml:trace contextRef="#ctx0" brushRef="#br0" timeOffset="3704.016">4564 12353 0,'-49'-25'94,"-75"25"-78,-75-74-16,1 49 15,-50 0-15,-25-25 16,25 25-16,-50-24 15,-24-1-15,123 1 16,75 24-16,-24 0 16,24-25-16,74 26 15,25 24 1</inkml:trace>
  <inkml:trace contextRef="#ctx0" brushRef="#br0" timeOffset="6257.5536">4614 14213 0,'-50'0'94,"1"-25"-78,-26 0-16,26 25 15,-50-24-15,-50-1 16,25 0-16,0 0 16,24 0-16,26 1 15,-25-1-15,49-25 16,1 50-16,24-25 16,-25 1-1</inkml:trace>
  <inkml:trace contextRef="#ctx0" brushRef="#br0" timeOffset="102141.7986">4664 15974 0,'-25'0'32,"0"0"-32,0 0 15,-24-25-15,-1 1 16,0-1-16,-98-74 16,73 74-16,-24-25 15,0-24-15,-50-1 16,0 1-16,50 24 15,-50-24-15,25 24 16,50 25-16,-1-24 16,26 24-16,-26-25 15,50 50 1,-24-49 0,24 49 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19:33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17388 12204 0,'0'25'140,"50"0"-140,0-25 0,-26 0 16,26 0-16,0 0 15,24 0 1,-24 0-16,49 0 16,-25 0-16,1 0 0,-26 0 15,51 0 1,-26 0-16,0 0 0,26 0 16,-1-25-1,-25 25-15,1-25 16,-1 25-16,-24 0 15,24 0-15,1 0 16,-1 0-16,-24 0 16,24-25-16,-24 25 15,-1 0-15,1 0 16,-1 0-16,1 0 16,24 0-16,1 0 15,-50 0 1,24 0-16,1 0 0,-1 0 15,1 0-15,0 0 16,24 0-16,-24 0 16,-25 0-16,49 0 15,-24 0 1,24 0-16,0 25 0,-24-25 16,24 0-16,1 0 15,-1 0-15,-24 0 16,24 0-16,-49 0 15,25 0-15,24 0 16,0 25-16,-24-25 16,0 0-1,24 0-15,1 25 16,-26-25-16,1 0 16,24 0-16,-24 49 15,-1-49-15,1 0 16,24 0-16,-24 0 15,-25 0-15,24 0 16,-24 0-16,50 0 16,-51 0-16,26 0 15,0 0-15,-1 0 16,1 0-16,-1 0 16,1 0-16,0 25 15,-1-25-15,1 0 16,0 0-16,24 0 15,-24 0-15,-26 0 16,51 0-16,-26 0 16,1 0-16,0 0 15,24 0-15,-24 0 16,-1 0-16,1 0 16,-25 0-1,49 0-15,-24 0 16,-26 0-16,1 0 15,0 0-15,50 0 16,-51 0-16,1 0 16,0 0-16,25 0 15,-26 0 1,26 0-16,0 0 16,-1 0-1,-24 0-15,0 0 16,0 0-16,49 0 15,-24 0-15,-26 0 16,1 0-16,0 0 16,0 0-16,0 0 15,-1 0-15,1 0 16,0 0 0,0 0-1,0 0 32</inkml:trace>
  <inkml:trace contextRef="#ctx0" brushRef="#br0" timeOffset="9481.273">15156 13097 0,'25'0'47,"0"0"-47,24 0 0,1 0 15,-1 0 1,26 0-16,-26 25 16,26-25-16,-1 24 15,1-24-15,-1 0 16,-49 0-16,74 0 16,-24 0-16,-26 0 15,26 0-15,-26 0 16,1 0-16,-1 0 15,-24 0-15,50 0 16,-51 0-16,51 0 16,-1 0-16,-24 0 15,24 0-15,1 0 16,-1 0-16,-24 0 16,-1 0-16,1 0 15,0 0-15,24 0 16,-24 0-16,49 0 15,-25 0-15,-24 0 16,24 0 0,1 0-16,-1 0 0,-49 0 15,74 0 1,-49 0-16,-1 0 16,26 0-16,-1 0 15,-49 0-15,25 0 16,49 0-16,-74 0 15,49 0-15,-24 0 16,24 0-16,-24 0 16,-1 0-16,1 0 15,24 0-15,1 0 16,-26 0-16,-24 0 16,0 0-16,49 25 15,-24-25-15,0 0 16,-26 0-16,1 0 15,25 0-15,24 0 16,-24 0-16,-1 0 16,26 0-16,-26 0 15,-24 0-15,50 0 16,-51 0-16,26 0 16,0 25-16,-26-25 15,51 0-15,-26 0 16,1 0-16,0 0 15,-26 0-15,26 0 16,0 25 0,24-25-16,-24 0 0,-1 0 15,-24 0 1,25 0-16,-1 0 16,1 0-16,0 0 15,-26 0-15,1 0 16,50 0-16,-51 0 15,1 0-15,50 25 16,-26-25-16,1 0 16,-25 0-16,24 0 15,-24 0-15,25 0 16,-26 0-16,1 0 16,0 0-16,50 0 15,-26 0 1,1 0-16,-1 25 15,26-25-15,-26 0 16,51 0-16,-26 0 16,0 0-16,-24 0 15,0 0-15,-1 0 16,1 0-16,-25 0 16,24 0-16,1 0 15,-25 0-15,-1 0 16,1 0-1,0 0-15,25 0 16,-26 0 0,1 0-1,25 0 1,-25 0 15,0 0-15,-1 0 31,-24-25 46,0 0-30</inkml:trace>
  <inkml:trace contextRef="#ctx0" brushRef="#br0" timeOffset="11040.5466">20687 11137 0,'-24'0'94,"24"25"-78,-25 74-1,0-74-15,25 25 16,-25-1 0,25-24-16,-25 0 0,1 25 15,24-26 1,-25 1-16,0-25 15,25 25 1,-25 0 0,25 0 15,-25-25 0</inkml:trace>
  <inkml:trace contextRef="#ctx0" brushRef="#br0" timeOffset="11937.2012">20241 11261 0,'25'0'63,"0"0"-48,-1 0-15,1 25 16,0-25-1,0 0-15,0 0 16,-1 25 0,26-25-16,-25 25 15,0-25-15,-1 25 16,1-25-16,25 24 16,-25 1-16,-1-25 15,1 25-15,0 0 16,0-25-1,0 0-15,-25 25 16,24-25 0,1 24 15</inkml:trace>
  <inkml:trace contextRef="#ctx0" brushRef="#br0" timeOffset="19113.4247">19497 12278 0,'-25'0'203,"-25"-24"-187,26 24-16,-1 0 15,0 0-15,-25 0 16,26 0 0,-1 0-1,0 0-15,0 0 16,0 0 15,25 24 94,0 1-109,0 0-1,0 0 1,0 0-16,0-1 16,0 1-1,0 0-15,25-25 16,-25 25-1,25-25 1,-25 25 0,25-25-1,0 24 17,-1 1-1,1 0-16,0-25 32,0 0-31,0 0 31,-1 0-16,1 0 32,0 0-48,0-25 32,0-24 0,-25 24-31,0 0 15,0 0-16,0 0 17,0 1-1,0-1-15,0 0-1,0 50 235,24 0-219,-24-1-31,25 1 32,-25 0-17,0 0 1,25-25-16,-25 25 16,25-25-1,-25 24 16,25 1-15,-1 0 93,1-25-62,0 0-31,-25 25 15,25-25-31,24 0 16,-24 0-1,25 0-15,-25 0 16,24 0-16,-24 0 16,0 0-16</inkml:trace>
  <inkml:trace contextRef="#ctx0" brushRef="#br0" timeOffset="23234.0631">10493 14139 0,'-25'0'47,"0"0"-16,0 0 16,-24 0-31,24 0 0,0 0-1,0 0-15,0-25 16,1 25-16,-26 0 15,25 0 1,0-25 0,1 25-16,-26 0 15,25-25-15,0 25 16,-49 0-16,49 0 16,0 0-16,1 0 15,-51 0-15,26 0 16,-1-25-16,0 25 15,1 0-15,-1 0 16,1 0-16,24 0 16,-50 0-16,51 0 15,-1 0-15,-50 0 16,50 0-16,-24 0 16,-1 0-16,25 0 15,-49 0-15,49 0 16,-49 0-16,49 0 15,-25 0-15,1 0 16,-26 0-16,26 0 16,-26 0-1,-24 0-15,25 0 0,-1 0 16,-49 0-16,50 0 16,24 0-1,-24 25-15,-1-25 16,-24 0-16,-50 25 15,75 0-15,-50-25 16,50 25-16,-75-25 16,50 24-16,24-24 15,-74 50-15,25-50 16,25 0-16,-25 0 16,0 25-16,0-25 15,25 0-15,24 25 16,-24-25-16,-75 0 15,100 0-15,0 24 16,-50 1-16,24-25 16,26 25-16,-25-25 15,-25 0-15,49 0 16,1 25-16,0 0 16,-1-25-16,-24 25 15,24-1-15,-24-24 16,25 0-16,-1 0 15,1 0-15,-25 25 16,24-25-16,1 25 16,0-25-16,-1 0 15,1 0-15,-1 0 16,26 0-16,-26 0 16,26 0-1,-1 0-15,0 0 16,1 0-16,24 0 15,-25 0-15,26 0 16,-1 0-16,-25 0 16,1 0-16,24-25 15,-25 0 1,25 25-16,1-24 16,-26 24-1,50-25-15,-25 25 16,0 0-16,1-25 15,-26 0-15,25 25 16,25-25 0,-25 25-16,1-25 15,-1 25 1,0-24 15,25-1 188</inkml:trace>
  <inkml:trace contextRef="#ctx0" brushRef="#br0" timeOffset="27330.8202">6648 13146 0,'-25'-24'78,"0"24"-46,-24 0-17,24 0 1,25-25 0,-25 25-16,0 0 15,-24 0 1,24 0-1,0 25 110,25-1-109,0 1 0,0 25-16,25-50 15,-25 25 1,25 0 0,24-1-1,-24 1 16,0 0 1,0 0-17,0-25 17,24 49-1,1-49-16,-25 25 1,-1-25-16,1 0 47,0 0-47,0 0 47,0 0-32,-1-25 17,1 1-17,0-1 17</inkml:trace>
  <inkml:trace contextRef="#ctx0" brushRef="#br0" timeOffset="63118.5803">13916 8062 0,'25'49'140,"-1"-24"-140,-24 0 16,0 24 0,50-24-16,-50 0 0,25 25 15,-25-26 1,0 1 0,0 0-16,25 0 31,-25 0-16,0-50 189,0-25-189,0 25-15,-25 25 16,25-24-16,0-1 15,0 0 1,0 0 0,-25 0-1,25 1 1,0-1 0,0 0-1,-25 0-15,25 0 16,0 1-1,0-1 1,0 0-16,0 0 31,0 0-15,0 0 15,0 1 0,0-1 16,25 25-15,25 0-17,-26 0 16,26 0-15,-25 0 0,24 0-16,-24 0 15,0 0 1,0 0 0,0 0 15,-1 0 0,-24 25-15,25-1-1,0-24-15,0 0 32,-25 25 14,0 0 1,0 25-31,0-25 0,0-1-1,0 1-15,0 0 16,-25 0-1,0 24 1,0-49 0,-24 25-1,24 0 1,0-25 0,0 0-1,1 0 16,48 0 282,1 0-313,0 0 16,0 0-16,0 0 15,-1 0 1,-24-25-16,25 25 15,0 0 1,0 0-16,0 0 31,-1 0 1,1 0-32,0 0 15,0 0 1,-25 25-1,50-25 1,-50 25 0,24-25-16,1 25 15,0-25 1,-25 49 0,25-49-1,-25 25 1,0 0-1,0 0 1,0-1 0,0 26-1,0-25 17,-25 24-17,0-49-15,25 25 16,-25 0-16,1-25 15,-1 0-15,0 0 16,0 25 0,-25-25-16,26 0 0,-26 0 15,25 25-15,-24-25 16,24 0 0,0 0-16,-25 0 15,1 0-15,24 0 16,0-25-16,0 25 15,1 0-15,-1-25 16,0 0 0,0 25-16,0-25 47,1 1 78</inkml:trace>
  <inkml:trace contextRef="#ctx0" brushRef="#br0" timeOffset="64775.6297">15330 7838 0,'0'-25'32,"-25"1"-1,-25 24-16,50-25-15,-25 25 16,1 0-16,-1 0 16,-25-25-16,25 25 15,-24 0 1,24 0 0,0 0-16,0 0 15,1 0 1,-1 0 31,25 25 15,0 0-62,0 24 16,0 1-1,0-25-15,0-1 16,0 26 0,0 0-16,0-25 15,0-1-15,0 1 16,0 0-16,0 0 16,0 0-16,0-1 15,0 1-15,0 0 16,0 0-16,0 0 15,0-1 1,0 1 0,0 0-1,0 0 1,25 0 31,-1-1 47,1 1-94,0-25 15,25 0 16,-26 0-31,26 25 16,-25-25 0,24 0-16,-24 0 15,0 0-15,0 0 16,0 0-16,24 0 16,-24 0-1,0 0 1,0 0-1,24 0 1</inkml:trace>
  <inkml:trace contextRef="#ctx0" brushRef="#br0" timeOffset="65575.3737">15230 8161 0,'-49'-25'78,"49"0"-78,-50 25 15,25-25-15,1 1 16,-26 24-16,25-25 16,0 25-16,-24 0 15,24-25-15,0 0 16,-24 25-1,24 0 1</inkml:trace>
  <inkml:trace contextRef="#ctx0" brushRef="#br0" timeOffset="66799.7367">15776 7739 0,'25'50'94,"-25"24"-94,25-49 16,-25 24-16,25 26 15,-25-50-15,24 24 16,-24 1-16,0 0 15,0 24-15,0-49 16,25-25-16,-25 49 16,25 1-16,-25-25 15,25 0-15,-25 24 16,0-24 0,0 25-16,25-50 15,-25 24 1,24 1 156,1-25-172,0 0 15,0 0-15,24 0 16,-24 0-16,25 0 16,-1 0-16,-24 0 15,0 0-15,0 0 16,24 0-16,-24 0 15,0 0 1,0 0 0</inkml:trace>
  <inkml:trace contextRef="#ctx0" brushRef="#br0" timeOffset="68177.955">16992 7863 0,'0'-25'0,"-25"25"16,0-25-16,0 1 16,-24-1-1,24 25 1,0-25-1,0 25 1,0 0 15,-24 0-15,24 25 31,0 0-32,0-1 1,25 1 0,-25 0-1,25 0 1,0 0-16,0-1 16,-24-24-16,24 50 15,0-25 1,0 0-16,0 0 15,0-1-15,0 26 16,0-25 0,0 0-1,0-1-15,0 1 16,0 0 0,24 25-1,-24-26 1,25-24-16,0 50 15,0-25-15,0 0 16,0-25 0,-1 24-16,1-24 0,0 25 15,0 0 1,0-25-16,-1 25 16,1-25-1,0 0 1,0 25-16,0-25 15,-1 24-15,1-24 16,0 0-16,25 0 16,-26 0-1,1 0 1,0 0-16,25 0 16,-1 0-16,-24 0 15,0 0-15,49-24 16,-49 24-1,0-25 1,-25 0 93,0 0-109,0 0 16</inkml:trace>
  <inkml:trace contextRef="#ctx0" brushRef="#br0" timeOffset="68967.5362">17116 8186 0,'-25'0'93,"0"0"-93,0 0 16,-24 0-16,24 0 16,-50 0-16,26 0 15,24 0-15,-25 0 16,1 0-16,-26 0 16,26 0-16,-1 0 15,25 0-15,0 0 16,1 0-16,-1 0 15,0 0 1</inkml:trace>
  <inkml:trace contextRef="#ctx0" brushRef="#br0" timeOffset="70703.6736">17587 7813 0,'25'0'140,"-1"0"-124,1 0 0,-25 25-1,50-25-15,-25 0 16,74 0-16,-25 0 15,1 0-15,-26 0 16,1 0-16,0 0 16,-1 0-16,-24 0 15,0 0 1,-25 25-16,25-25 16,-1 0-1,1 0 1,0 0-1,-25 25 142,0 0-157,0 24 15,0-24 1,-50 25-16,26-1 16,-26-24-16,25 25 15,0-25 1,1-1-16,-1 1 15,25 0 1,-25-25 0,25 25-16,-25-25 31,0 25-31,25-1 62,0 1 32,0 0-78,0 0 15,25 24-15,0-49-16,0 25 15,-25 0-15,25-25 16,-1 25 0,1-25-16,0 25 15,0-25 32,0 0-31,-1 0-1,1 0 1,25 0 31</inkml:trace>
  <inkml:trace contextRef="#ctx0" brushRef="#br0" timeOffset="71514.2396">18455 8186 0,'0'-25'31,"-25"25"-15,0 0 15,25-25-31,-24 25 16,-1 0-16,0 0 15,0 0-15,0 0 16,1 0-16,-51 0 16,50 0-16,-24 0 15,-26 0-15,51 0 16,-26 0-16,0 0 15,1 0-15,24 0 16,0 0-16,0 0 16,1 0-16,-1 0 15,0 0-15,0 0 16,0 0 0</inkml:trace>
  <inkml:trace contextRef="#ctx0" brushRef="#br0" timeOffset="73527.6514">18877 7838 0,'25'25'125,"-1"0"-125,-24 24 15,25 1-15,-25 25 16,25-51-16,-25 26 16,0-25-16,0 24 15,0-24-15,0 0 16,0 25-16,0-26 15,25 1-15,-25 0 16,25 25 0,-25-26-1,0 1-15,0 0 16,0-50 156,0 0-172,0-24 15,-25-1-15,0 1 16,0 24-16,0-25 16,25 25-16,-24-24 15,-1-1-15,25 25 16,-25 1-16,25-26 16,-25 25-16,25 0 15,0-24-15,0 24 16,0 0-16,0 0 15,0-24 1,0 24-16,0-25 16,0 25-1,0 1 1,0-1 0,0 0-1,25 25 63,0 0-62,0 0 0,-1 0-1,1 0 1,25 25-1,-50 0-15,25-25 16,24 24 0,-24-24-1,-25 25-15,25 0 16,24-25-16,-24 25 16,0-25-16,25 25 15,-26-25 16,-24 24-31,25-24 16,-25 50 0,0 0-1,50-50 1,-50 24 0,0 1-16,0 25 0,25-25 31,-25 0-31,0-1 15,24 26-15,-24-25 16,0 24 0,0-24-1,0 25-15,0-25 16,0-1-16,0 26 16,0-25-1,0 0 1,0-1-1,0 26 1,25-50 140,-25-25-124,0 0-17,0-24-15,0 24 16,0-25-16</inkml:trace>
  <inkml:trace contextRef="#ctx0" brushRef="#br0" timeOffset="74273.3375">19447 8210 0,'-49'0'78,"24"0"-62,-25-24-16,1 24 15,-26 0-15,1 0 16,-1 0-16,-24 0 16,25 24-16,-1-24 15,1 25-15,49 0 16,0-25-16,-24 0 15,24 0 1</inkml:trace>
  <inkml:trace contextRef="#ctx0" brushRef="#br0" timeOffset="77537.6345">21531 7069 0,'0'75'78,"0"-50"-78,25-1 16,-25 26-16,0-25 15,0 24 1,24-24 0,-24 0 15,0-50 125,0-24-156,-24 24 16,24 0-16,0-25 15,-25-24-15,0 24 16,25 26 0,0-1-1,0 0-15,0 0 16,0-24-16,0 24 31,25 0 0,0 25-15,-1 0 0,1 0-1,0 0-15,25 0 16,-1 0-16,-24 0 15,0 25-15,0-25 16,-1 25 0,26-1-1,-25 1 1,0 0-16,-1-25 16,-24 25-16,25 0 15,0-1-15,-25 1 16,25 0-16,0 0 15,0 0-15,-25-1 16,24 1-16,1 25 16,0-1-1,-25-24 1,0 0 0</inkml:trace>
  <inkml:trace contextRef="#ctx0" brushRef="#br0" timeOffset="78219.2448">22126 7193 0,'0'0'0,"-25"0"0,1 0 16,-1-24 0,0 24-16,-25 0 15,1 0-15,24 0 16,-25-25-16,25 25 15,-24 0-15,-1 0 16,1 0 0,24 0-16,0 0 15,0 0 1,0 0-16,1 0 31,-1 0-31,0 0 31,-25 0-15</inkml:trace>
  <inkml:trace contextRef="#ctx0" brushRef="#br0" timeOffset="82098.0237">23366 6722 0,'-24'0'47,"-1"0"-15,0 0-17,0 0 1,0 0 15,1 0-15,-1 0-1,0 0 17,25 25-17,0 0-15,0-1 16,0 1-1,0 0-15,0 25 16,0-25 0,0-1-1,0 1 1,0 25-16,0-25 16,0-1-1,0 1-15,0 0 16,0 0-16,25 0 15,-25-1 1,25 1 0,-25 0-1,24 0-15,1 0 16,0-25 0,0 0-1,-25 24-15,25 1 16,-1-25-1,1 0 1,0 0 0,0 0-16,24 25 15,-24-25-15,0 0 16,0 0 0,0 0-1,24 0 1,-24 0 31,-25-25-32,0 0 1,0 1-16,0-1 16,0 0-1,0 0-15,0 0 16,0 1-16,-25 24 15,25-25 1,-49 0-16,24 0 31,0 25-15,0-25 0,-24 1-16,24 24 31,0 0-16,0 0 17,0 0 15,1 0-16,24 24-31,0 1 15,0 0 1,-25-25 0,25 25-1,0 0 1,0-1 0,0 1-16,0 0 31,0 0-31,0 0 15</inkml:trace>
  <inkml:trace contextRef="#ctx0" brushRef="#br0" timeOffset="84289.8737">23664 6548 0,'0'25'109,"0"0"-93,25 0-16,0 0 15,-1-1 1,-24 1-1,25-25 1,-25 25-16,25-25 16,0 25-1,0-25 17,-1 0-17,1 0 1,0 0 46,0 0-46,-25-50 0,0 1-1,0 24 1,0 0-1,0 0-15,0 0 32,-25 1 15,0 24-47,0 0 31,1 0-31,-1 0 15,0 0 1,-25 0 15,26 0 47,24 24 63,0 1-125,0 0-1,24 0 1,1-25 15,0 25-15,0-1 46,0 1-15,-1 0 31,1-50 63,-25-24-125,0 24 15,0 0-16,0 0 1,0 0 62,25 25-15,0 25-48,0 0-15,-1-25 16,1 25 0,0-25-16,-25 25 15,25-1-15,0-24 16,0 25-1,-1-25 1,-24 25 31,25-25-31,0 0 30</inkml:trace>
  <inkml:trace contextRef="#ctx0" brushRef="#br0" timeOffset="84978.5478">24011 7094 0,'-25'0'62,"1"0"-30</inkml:trace>
  <inkml:trace contextRef="#ctx0" brushRef="#br0" timeOffset="86386.7393">24582 6995 0,'25'0'78,"-1"99"-78,1-49 15,-25-1 1,25 1 0,-25-25-16,25 0 15,-25-1-15,0 1 16,-50-74 124,25-1-124,-24 25-16,49 0 16,-50-24-16,50 24 15,-25-25-15,1 1 16,24 24-16,0 0 16,0 0-16,-25 1 31,25-1-16,0 0-15,0 0 16,0 0-16,0-24 16,25 24-1,-25 0 1,24 0-16,1 0 31,0 25-31,0 0 31,0 0 1,-1 0-17,-24 25-15,25-25 16,0 25-16,-25 0 16,25 0-1,0-1 16,-25 1 1,0 0-17,0 0-15,0 0 16,24 0 0,-24 24-1,0-24 1,0 0-1,0 0-15,-24-1 16,24 1 0,-25 0-16,-25 0 31,25-25-15,1 25-16,24-1 15,-25-24-15,0 0 16</inkml:trace>
  <inkml:trace contextRef="#ctx0" brushRef="#br0" timeOffset="88908.2945">21804 8111 0,'24'25'62,"1"-25"-62,0 50 16,25-1-16,-50 1 15,49-25-15,-49-1 16,0 1 0,25 0-16,-25-75 140,-25 1-140,0 24 0,25 0 16,-24-49 0,24 24-16,-25 1 0,25 24 15,-25-75 1,25 76-16,0-26 15,0 25-15,0-24 16,25 24-16,0 25 16,-1-50-16,-24 25 15,50 25-15,-50-24 16,25 24-16,25-25 16,-26 25-16,1 0 15,25 0-15,-25 0 16,-1 0-16,1 0 15,25 0 1,-25 0 0,-1 0-1,1 49-15,-25-24 16,25 0 0,-25 0-16,25 24 15,-25-24 1,0 25-16,0-25 15,0 24 1,0-24-16,0 0 16,0 0-16,-25 24 15,0 1-15,0 0 16,1-26 0,24 1-1,-25 0-15,0-25 16,25 25-16,-25-25 15,0 0 1,1 0 0,48 0 109,1-25-110,25 25 1,-1-25 0,-24 25-16,0-25 0,25 25 15,-26 0 1,26 0-1,-25 0-15,0 0 16,-1 25 0,-24 0-16,25-25 15,0 25-15,0-25 16,-25 49 0,25-49-16,-25 25 15,0 25-15,0-1 16,0-24-1,0 0-15,0 25 16,0-1-16,-25-24 16,25 0-16,-25 0 15,-25-1-15,50 1 16,-49-25-16,-26 25 16,51-25-16,-26 25 15,-24-25-15,-1 0 16,50 0-16,-24 0 15,-1 0-15,25 0 16,1 0 0,-26 0-16,25 0 15,0-25 1,0 25 0,25-25-16,0 0 156</inkml:trace>
  <inkml:trace contextRef="#ctx0" brushRef="#br0" timeOffset="90547.3553">23614 7789 0,'0'49'125,"0"1"-125,25-25 15,0 49-15,0-24 16,-25-1-16,25 1 16,-25-25-16,49 24 15,-49-24-15,0 0 16,0 0-16,25-25 156,0 0-46,-50 25-1,0-1-109,-49 1 16,49-25-1,0 25-15,-49-25 16,49 0-16,0 0 15</inkml:trace>
  <inkml:trace contextRef="#ctx0" brushRef="#br0" timeOffset="92667.2279">23912 7541 0,'0'0'0,"0"49"0,-25-24 31,25 0-16,0 0 1,0 24 0,0-24-1,0 0 17,0 0-17,0-1 16,25-24-15,0 0 15,0 0-15,-1 0 31,1 0-32,-25-24 1,0-1 0,0-25-1,25 25 17,-25-24-1,0 24 0,-25 25-31,25-25 16,-25 25-1,25-25 1,-24 25-16,-1 0 16,0-24-1,0 24 1,0 0 31,1 0-16,24 24-31,-25-24 16,25 25-1,0 0 16,0 0-15,0 0 0,0 24-1,0-24 1,25-25 0,-25 25-16,24-25 15,1 25-15,0-25 31,0 24-15,-25 1-16,25-25 16,-1 0 77,1 0-93,0-25 32,0 1-1,0-26 16,-25 25 0,0 50 140,25 0-171,-25 0 15,24-25-31,-24 24 16,25 1-16,0-25 15,0 0 32,0 0 16,-1 0-16</inkml:trace>
  <inkml:trace contextRef="#ctx0" brushRef="#br0" timeOffset="94035.4428">24483 7987 0,'0'25'15,"0"0"-15,0 0 16,24-1-16,1 1 16,-25 0-16,0 0 15,0 24-15,25-24 16,-25 0-16,25 25 15,0-1-15,-25 1 16,24-50 0,-24 25 62,0-50-31,-24-25-32,-26 25 1,50-49-16,-50 24 16,26 26-1,-1-1-15,0-25 16,0 25-16,25 1 15,-25-1-15,25 0 16,0 0-16,-24 25 16,24-25-16,-25-49 15,25 49 1,0 0-16,0 0 16,0 1-16,0-1 15,0 0-15,0 0 16,0 0-16,0 1 15,0-26 1,25 50 0,-1-25-16,1 25 31,0 0-15,0 0-16,0 0 15,-1 0 1,26 0-1,-50 25 1,25-25-16,0 50 31,-1-50-31,-24 24 16,25-24-16,-25 50 16,25-50-16,-25 25 15,0 24 1,0 1-1,0-25-15,0 0 16,0-1-16,-25 1 16,25 0-16,-25 0 15,1 0-15,-1 0 16,0-1-16,0 1 16,-24 0-16,24 0 15,0-25-15,0 25 16,0-25-1,1 0-15,-1 0 16,0 0 78</inkml:trace>
  <inkml:trace contextRef="#ctx0" brushRef="#br0" timeOffset="119247.9814">20117 14213 0,'50'0'109,"-26"0"-93,51 0-1,-26 25-15,1 0 16,0-25-16,74 0 16,-75 24-16,26 1 15,-1-25-15,25 0 16,-49 25-16,49-25 15,-74 0-15,49 0 16,1 0-16,-1 0 16,25 25-16,-24-25 15,-1 0-15,25 0 16,-24 0-16,-1 25 16,1-25-16,-1 0 15,0 0-15,-24 0 16,0 0-16,-25 0 15,24 0-15,-24 0 16,25 0-16,-26 0 16,1 0-16,25 0 15,-25 0 1,-1 0 0,1 0-1,0 0 1</inkml:trace>
  <inkml:trace contextRef="#ctx0" brushRef="#br0" timeOffset="288658.3583">8062 11212 0,'25'0'125,"-1"0"-110,1 0-15,0 0 16,25 0-16,-25 0 15,24-25-15,-24 25 16,25 0-16,-1 0 16,1-25-16,24 25 15,-24 0 1,-1 0-16,1 0 0,24 0 16,-24 0-16,0 0 15,24 0-15,0 0 16,-24 0-16,24 0 15,1 0-15,-1-25 16,26 0-16,-26 25 16,0-24-16,1 24 15,-1 0 1,1-25-16,-1 25 0,-49 0 16,49-25-16,-24 25 15,-1-25 1,-24 25-16,25 0 15,-25 0-15,-1 0 16,1 0-16,0 0 16,0 0-1,0 0-15,-1 0 16,26 0 0,-25 0-1,0 0-15,24 0 16,-24 0-1,0 0 1,0 0 0,0 0-16,-1 0 15,1 0 1,0 0 0,0 0-1,0 0 16,-1 0-15,1 0 15,0 0 94,0 0-62,0 0-1,-1 25 1,-24 0-48,0 0 157,-24-25-156,-1 24 0,0 1-16,-25-25 15,26 25 1,-26-25-16,25 25 15,0-25-15,-24 0 16,24 0 0,-25 0-16,26 0 15,-26 0-15,25 25 16,0-25 0,-49 0-16,24 25 15,25-25-15,-24 0 0,24 0 16,-25 0-1,1 0-15,24 0 16,0 0-16,-49 0 16,49 0-16,0 0 15,0 0-15,-24 0 16,-26 0-16,51 0 16,-1 0-16,0 0 15,-25 0-15,26 0 16,-1 0-16,-50 24 15,51-24-15,-1 0 16,-25 0-16,25 0 16,-24 0-16,24 0 15,0 0-15,-25 0 16,1 0-16,24 0 16,0 0-16,0 25 15,-24-25 1,-1 0-1,25 0-15,1 0 16,-1 0-16,0 0 0,0 0 16,0 0-1,1 0-15,-1 0 16,-25 0-16,25 25 16,1-25-1,-1 0-15,0 0 16,0 0-16,0 0 31,1 0-15,-1 0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19:15.2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2754 6424 0,'0'25'203,"0"25"-203,24-50 16,-24 25-16,0-1 15,0 1-15,0 0 16,0 0-16,25 0 15,-25-1-15,25 1 16,0 0 0,-25 0-1,25-25-15,-25 49 16,24-49 0,1 25-16,0 25 15,0-50 1,0 50-16,0-50 15,24 24 1,-24 1 0,25 0-16,-26 0 15,26 0 1,-25-1-16,0-24 16,24 50-16,-24-50 15,0 25-15,24 0 0,-24-25 16,25 24-1,-25 1-15,-1-25 0,26 25 16,-25-25 0,0 25-16,24 0 15,-24-25-15,0 0 16,24 24-16,1-24 16,0 25-16,-1-25 15,1 0-15,24 25 16,-24-25-16,-25 0 15,49 0-15,1 0 16,-1 0-16,-24 0 16,24 0-16,-49 0 15,49 0-15,-24 0 16,24 0-16,1 0 16,-26 0-16,26 0 15,-51 25-15,26 0 16,0-25-16,-1 0 15,26 0-15,-26 0 16,-24 0-16,50 0 16,-26 0-16,1 0 15,-1 0-15,1 0 16,-25 0-16,24 0 16,1 0-1,0 0-15,24 24 0,-24-24 16,-26 0-1,51 25-15,-1 0 16,-24-25-16,-1 0 16,1 0-16,49 0 15,-74 0-15,50 25 16,-26-25-16,26 0 16,-1 0-16,-24 25 15,24-1-15,0-24 16,1 0-16,-1 0 15,1 0-15,-1 0 16,25 0-16,1 0 16,24 0-16,-50 0 15,-24 0-15,24 0 16,25-24-16,-24 24 16,-51 0-16,51-25 15,-26 0-15,-24 0 16,0 0-16,25 1 15,-26 24 1,-24-25-16,25 0 0,0 25 16,-25-50-16,0 1 31,25 24-31,-25-25 16,0 26-16,0-1 15,0 0-15,-25-25 16,25 1-16,-25 24 15,0 0-15,1-49 16,-26 49-16,25-25 16,0 1-16,-24 24 15,-1-25-15,1 50 16,-51-49-16,51 24 16,-26 0-16,-24 25 15,25-50-15,-25 50 16,-1-24-16,1-1 15,0 25-15,24 0 16,1 0-16,-25 0 16,24 0-16,1 0 15,0 0 1,-26 0-16,26 0 16,0 0-16,24 0 0,-25 0 15,1 0 1,24 0-16,-74 0 15,50 0-15,0 0 16,49 0-16,-50 0 16,26 0-16,-1 0 15,1 0-15,-1 0 16,-24 0-16,49 25 16,0-25-16,-25 0 15,26 0-15,-1 24 16,-25 1-16,25-25 15,1 0-15,-26 25 16,0 0-16,1 0 16,24-25-1,0 24-15,-25 1 16,26 0-16,-1-25 16,-25 25-16,25 0 15,-24-1-15,24 1 16,-25 0-16,1-25 15,24 25-15,0 0 16,-24 0-16,24-1 16,0 1-16,0-25 15,0 25-15,1-25 16,-1 0-16,0 0 16,25 25-1,-25-25-15,25 25 16,-25-25-16,1 0 31,-1 0-31,25 24 16,-25-24-1,0 50 17</inkml:trace>
  <inkml:trace contextRef="#ctx0" brushRef="#br0" timeOffset="4472.0821">14610 6524 0,'0'0'16,"0"24"-16,-24-24 15,24 25-15,-25 0 16,25 0-16,-25 24 16,25-24-1,-25 0-15,25 0 16,-25 24-16,25-24 16,0 0-1,0 0-15,-25 0 16,25 0-16,0-1 15,0 26 1,0-25-16,0 0 0,0-1 16,0 1-1,0 25-15,0-25 16,0 24-16,25 1 16,-25-25-16,0 24 15,25-24-15,0 25 16,0-26-16,0 51 15,-1-50-15,1 24 16,0-24-16,0 25 16,24-26-16,-24 26 15,25-25-15,-1 24 16,-24-49-16,0 50 16,74-25-16,-74 0 15,74 24-15,-49-24 16,24-25-16,25 25 15,-24 0-15,-26-25 16,26 25-16,24-25 16,-74 0-16,74 24 15,-24 1-15,-1-25 16,0 0-16,-24 25 16,24-25-16,1 0 15,-1 0-15,25 25 16,1-25-16,-51 0 15,26 0 1,24 0-16,-25 0 0,26 0 16,-26 0-1,0 0-15,26 0 16,48 0-16,-48 0 16,24 0-16,-50 0 15,0 0-15,51 0 16,-26 0-16,-25 0 15,25 0-15,-24 0 16,-1 0-16,25 0 16,-24 0-16,-1-25 15,1 25-15,-1-25 16,-49 25-16,49-25 16,-49 25-16,25 0 15,24 0-15,-49-24 16,0-1-16,49 25 15,-49 0-15,25 0 16,-26-25-16,26 0 16,0 0-1,-26 0-15,1 25 16,0-49-16,0 24 16,0 0-1,-1-24 1,1 24-16,-25 0 15,0 0-15,25 0 16,-25 1-16,25-1 16,-25-25-16,0 25 15,25-74 1,-25 74 0,0 1-16,0-1 15,0-25-15,0 25 16,0 1-16,-50-26 15,50 0-15,-50 26 16,50-26-16,-99 25 16,99-24-16,-74-1 15,49 25-15,0 0 16,-24 1-16,24-1 16,-25-25-16,-24 50 15,-26-25-15,1 0 16,25 1-16,-1-1 15,-73 0-15,48 0 16,1 25 0,-74-25-16,98 25 0,-74-24 15,0-1 1,1 0-16,-1 25 16,-25 0-16,100-25 15,-75 25-15,50 0 16,0 0-16,-1 0 15,1 0-15,25 0 16,-1 0-16,1 0 16,-1 0-16,26 0 15,-1 0-15,-49 0 16,49 0-16,-24 0 16,0 25-16,-1-25 15,-24 25-15,49-25 16,-74 25-16,50-1 15,-1-24 1,-24 25-16,50-25 0,-75 0 16,74 25-16,-24-25 15,-1 25 1,50-25-16,-24 0 0,-1 25 16,25-25-1,-24 0-15,-1 0 16,25 0-16,1 0 15,-26 0-15,0 0 0,25 0 16,-24 24 0,24-24-16,-25 0 15,26 0-15,-1 0 16,-25 25-16,25-25 16,1 0-1,-1 0-15,0 0 16,0 0-1,0 0-15,25 25 16,-24-25 0,-1 0 15,0 25 63</inkml:trace>
  <inkml:trace contextRef="#ctx0" brushRef="#br0" timeOffset="20314.0936">1960 7665 0,'0'0'0,"-25"0"31,0 0-31,1 0 16,-1 24 15,0-24-31,25 25 15,-25 0-15,25 0 16,0 0 0,-25-25-16,25 24 15,0 1-15,0 50 32,-25-51-32,25 1 15,0 25-15,0-25 0,0 0 16,0-1-1,0 26-15,0-25 16,0 0-16,0 24 16,25-24-16,-25 0 15,25 0-15,0-25 16,-25 24-16,25 1 16,0-25-16,-1 25 15,26 0-15,-25 0 16,0-25-16,74 49 15,-74-24-15,24 0 16,1-25-16,-1 0 16,1 25-16,0-25 15,24 0-15,-24 24 16,-1-24-16,1 0 16,-1 0-16,1 0 15,0 0-15,-1 0 16,1-49-1,24 24-15,-24 0 16,-25 0 0,0 1-16,-25-26 15,24 50-15,-24-25 16,0 0-16,0 1 16,0-26-16,0 25 15,0 0-15,0-24 16,-24-1-16,-26 1 15,25-1 1,-25 25-16,26-25 16,-51 1-16,-24-1 15,0 1-15,24 24 16,1-25-16,0 25 16,-1 1-16,-24-1 15,25 0-15,-26 0 16,26 25-16,49 0 15,-49-25-15,49 25 16,-25 0-16,1 0 16,24 0-16,0 0 15,-25 0-15,26 0 16,-1 0-16,0 25 16,0-25-1,0 25-15,25 0 31,-24-25-15,24 25 31</inkml:trace>
  <inkml:trace contextRef="#ctx0" brushRef="#br0" timeOffset="60256.6796">12155 7714 0,'-25'0'15,"0"-25"1,0 25 0,0 0-1,25-49-15,-24 49 16,-26 0-16,50-25 16,-50 25-16,26-25 15,-1 25-15,-25 0 16,50-25-16,-25 1 15,-49 24-15,24 0 16,1-25 0,-1 0-16,25 25 0,-49 0 15,24 0 1,-24-50-16,-1 50 16,51 0-16,-26 0 15,-24 0 1,24 0-16,-24 0 0,24 0 15,-24 0 1,24 0-16,-24 0 0,24-24 16,0 24-16,-24 0 15,0 0-15,24 0 16,-24 0-16,-1 0 16,1 0-16,-1 0 15,26 0-15,-1 0 16,0 0-16,1 0 15,-1 0-15,-24 24 16,24-24-16,-24 0 16,24 0-16,1 25 15,-1-25-15,25 25 16,-49 0-16,49-25 16,0 0-16,-24 0 15,49 25 1,-25-25-16,0 0 15,0 24 1,0-24-16,0 25 16,1-25-1,24 25-15,-25-25 16,0 25-16,0 0 16,25-1-1,-25 1-15,1 25 16,24-25-1,0-1-15,-25 1 16,0-25-16,25 25 16,0 0-16,0 0 15,0 24 1,0-24 0,0 0-1,0 0 1,0 0-16,0-1 15,25 1-15,0 0 16,-25 0 0,24 0-16,1-1 15,0 1-15,0 0 0,24 0 16,1 24 0,0-49-1,-1 25-15,-24-25 16,0 50-16,25-50 15,-1 0-15,1 25 16,-1-1-16,1-24 16,0 0-16,-1 25 15,1-25-15,-1 25 16,26 0-16,-26-25 16,1 0-16,0 0 15,-1 0-15,26 25 16,-26-25-16,1 0 15,0 0-15,-1 0 16,1 0-16,-1 24 16,1-24-16,24 0 15,-24 0-15,-25 0 16,0 0-16,24 0 16,1 0-16,-1 0 15,1 0 1,0 0-1,-1 0-15,-24 0 16,25 0-16,-26 0 16,26 0-16,-25 0 15,0 0-15,24 0 16,26-24-16,-50 24 16,24-25-1,-24 25-15,0 0 16,24-25-16,-24 25 15,25-50-15,-1 50 16,1 0-16,-50-24 16,50-1-16,24 0 15,-49 0-15,24 0 16,1 1-16,0-1 16,-1 0-16,-24 0 15,49 0-15,-74 1 16,25-1-16,0 25 15,0-25-15,-25 0 16,25 0-16,-25-24 16,24 24-16,-24 0 15,25-25-15,0 1 16,-25 24-16,0 0 16,0 0-1,0 1-15,0-1 16,0-25-16,0 25 15,0 1 1,-25-26-16,25 25 16,-25 0-16,1 1 15,-1-1 1,-25 0-16,25 0 16,1 0-1,-26 1 1,25 24-16,-24-25 15,24 0 1,-25 25-16,25 0 16,1 0-1,-1 0-15,0 0 16,0 0-16,0 0 16,1 0-1,-1 0-15,0 0 0,-25 0 16,1 0-1,24 0-15,0 0 16,0 0 0,1 0-16,-1 0 15,0 0-15,0 0 16,0 0 0,1 0-1,-1 0 1,0 0-1,0 0 48,0 0-32,25 25-15,-25-25-1</inkml:trace>
  <inkml:trace contextRef="#ctx0" brushRef="#br0" timeOffset="161675.5848">3399 4291 0,'24'0'125,"1"0"-125,25 0 15,24 0-15,-49 0 16,49 0-16,1 0 16,-26 0-16,1 25 15,24-25-15,-24 0 16,25 0-16,-26 25 15,-24-25-15,49 0 16,-49 0-16,50 0 16,-26 0-16,1 0 15,-1 0-15,1 0 16,24 0-16,-24 0 16,0 0-16,24 0 15,0 0 1,1 25-16,-1-25 15,1 0-15,-26 0 16,26 0-16,-26 0 16,51 0-16,-26 0 15,0 24-15,1-24 16,24 0-16,-25 0 16,50 0-16,-24 0 15,24 0-15,0 0 16,0 0-16,-25 0 15,-25 0-15,26 0 16,24 0-16,0 0 16,-25 0-16,-25 0 15,1 0-15,24 0 16,0 0-16,-24 0 16,24 0-16,-25 0 15,50 25-15,-74-25 16,49 0-1,-25 0-15,1 0 16,49 0-16,-75 0 16,51 0-16,-51 0 15,26 0-15,-1 25 16,1-25-16,-1 0 16,0 0-16,26 0 15,-51 0-15,1 0 16,24 0-16,1 0 15,24 0-15,-25 0 16,1 0-16,24 0 16,-25 0-16,1 0 15,-1 0-15,25 0 16,-24 0-16,-26 0 16,26 0-16,-1 0 15,-24 0-15,24 0 16,1 0-16,-26 0 15,26 0-15,-26 0 16,1 0-16,0 0 16,-26 0-16,51 0 15,-26 0-15,-24 0 16,0 0-16,0 0 16,24 0-16,1 0 15,-25 0 1,0 0-1,-1 0 32</inkml:trace>
  <inkml:trace contextRef="#ctx0" brushRef="#br0" timeOffset="162965.0605">4713 4043 0,'0'25'79,"0"49"-64,0-49-15,0 25 16,0 24-16,0 1 15,0-1-15,0-24 16,0 24-16,0-49 16,0 24-16,0-24 15,0 25-15,0-25 32</inkml:trace>
  <inkml:trace contextRef="#ctx0" brushRef="#br0" timeOffset="164132.3957">8409 4142 0,'0'25'94,"0"0"-94,0 25 15,0 24-15,0-49 16,0 24-16,0-24 16,25 0-16,-25 25 15,0-1 1,0-24-1</inkml:trace>
  <inkml:trace contextRef="#ctx0" brushRef="#br0" timeOffset="166367.1122">4589 5209 0,'0'-25'203,"0"0"-203,25-24 16,-25 24 0,25 0-16,24 0 15,-49 1-15,0-1 16,0 0 0,25 25-1,-25 25 173,25 24-188,-25 1 15,25-25-15,-25 0 16,0 24-16,0-24 16,25 25-1,-25-26-15,24 26 16,-24-25-1,0 0 1,0-1-16,0 1 16,25 0-1,-25 0 1,25 0 46,0-1-15,0-24 16,-1 0-48,-73 0 126,-26 0-125,26 0-16,24 0 15,-25 0-15,26 0 16,-51 0-16,50 0 16,1 0-16,-1 0 15,-25 0 1,25 0-1,1 0 64,24-24-33,-50 24-30</inkml:trace>
  <inkml:trace contextRef="#ctx0" brushRef="#br0" timeOffset="167636.4714">2183 3249 0,'0'25'79,"0"0"-64,0 25-15,-49-1 16,24-24-16,25 25 15,-50-26-15,1 26 16,24 0 0,25-26-1,-25 1-15,25 0 16,-50 25 0,50-25-1,-24-25 1,24 24-1,-25-24 17</inkml:trace>
  <inkml:trace contextRef="#ctx0" brushRef="#br0" timeOffset="168444.0061">1786 3150 0,'0'25'78,"25"0"-78,-25 0 16,25 24-1,0-24-15,0 0 0,-1 0 16,26 24 0,-25 26-16,24-51 15,1 26-15,-25 0 16,49-1-16,-24 26 16,-1-26-16,1 1 15,-25 0-15,0-50 16,24 49-16,-24-49 15,-25 25-15,25 0 16,0 0 0</inkml:trace>
  <inkml:trace contextRef="#ctx0" brushRef="#br0" timeOffset="172108.0922">8012 5110 0,'0'-25'125,"0"0"-109,0 0-1,0 1 1,0-1 0,25 25-16,0-25 31,0 25 31,-1 0 32,26 0-47,-25 0 31,-25 25-31,25 24-31,0-24-1,-25 0-15,0 0 16,0 0-1,0-1-15,0 26 16,0-25-16,-25-25 16,25 25-16,0-1 15,-25 26-15,0-25 16,25 0 0,0-1-16,-25-24 15,25 25-15,0 0 16,-25 0-16,1 0 15,24-1 1,-25-24-16,25 25 16,-25-25-16,0 25 15,0-25 1,-24 25-16,24-25 16,25 25-1,-25-25 1,0 0-16,1 0 31,-1-25-15,0 0 31,25 0 31,0 0-16,0 1-31,0-1 1,25 25-1,0 0 16,-1 0 0,1 0-32,0 0 17,0 0 14,-25 25 1,25-25-31,-1 24 0,1-24 15,0 25-16,0-25 17,0 25-17,-1 0 1,1-25 0,-25 25-16,50-25 15,-25 24 1,0-24-1,-1 25-15,1-25 16,-25 25-16,50-25 16,-1 0-16,-24 0 15,25 25 1</inkml:trace>
  <inkml:trace contextRef="#ctx0" brushRef="#br0" timeOffset="173712.1737">8558 5358 0,'0'25'94,"0"-1"-78,0 1-16,0 0 15,0 0-15,0 0 16,0-1-16,0 1 31,0 0-15,25-25-16,0 0 16,-25 25-1,24 0 1,1-1-1,0-24 1,0 0 0,0 0-1,-1 0 1,1 0 0,0 0-1,0 0 1,0 0-16,-1 0 15,1 0 1,0 0 0,0 0-1,0 0 1,-1-49 0,1 24-1,0 25 1,-25-50-1,25 1 1,-25 24 0,0-25-16,0 26 15,0-26-15,0 25 16,0-24-16,0 24 16,0 0-16,-25-25 15,25-24 1,-25 49-16,0-24 15,25 24-15,-49 0 0,24-25 16,0 26 0,0-1-1,1 0 1,-1 25 0,25-25-16,-25 25 15,0-25 32,0 25-31,1 0-1,-1 0 1,25 25-16,-25-25 16,0 25-16,0 0 15,25 0 1,-24-25-16,24 24 15,-25 1 1,0 0 0,25 0-16,0 24 15,0-24 1,-25 25 0,25-25-1,0-1 1,0 1-16,0 0 15,0 0-15,0 0 16,0-1-16,0 1 16,0 0-16,0 0 15,0 0-15,0-1 16,0 1-16,0 25 16,25-50-1,-25 25 1,0-1 31</inkml:trace>
  <inkml:trace contextRef="#ctx0" brushRef="#br0" timeOffset="192318.6814">5929 3423 0,'24'25'78,"1"-25"-62,25 49-16,-1-24 16,1 0-1,-25 25-15,0-50 16,24 49-16,-24-49 15,25 50-15,-1-25 16,-24 24-16,0-49 16,25 50-16,-26-50 15,26 50-15,0-1 16,-1-49 0,-24 25-16,0 0 15,24 0-15,-24 24 16,25-49-16,-50 25 15,25-25-15,-1 25 16,1 0 0,0-25-1,0 0 32,0 0 47,-1 0-63,1 0-31,-25-25 16,0 0-1,25 0-15,-25 0 16,0 1-16,0-1 16,25 0-16,-25 0 15,0 0-15,25-49 16,-25 49 0,0 0-16,0 1 15,24-26-15,-24 25 16,0 0-16,0-24 15,0-1-15,0 25 16,0 0-16,0-24 16,0 24-1,0 0-15,0 0 16,0 1 0,0-26 187</inkml:trace>
  <inkml:trace contextRef="#ctx0" brushRef="#br0" timeOffset="194232.5717">9749 3448 0,'0'49'125,"0"-24"-109,0 0-16,0 25 15,0-1-15,24 1 16,-24-25-16,0 24 16,0 26-16,25-26 15,-25 1 1,0 0-16,0-1 15,0-24 1,25 0-16,0 24 16,-25-24-1,0 0 1,0 0-16,0 0 16,0-1-1,0 1 1</inkml:trace>
  <inkml:trace contextRef="#ctx0" brushRef="#br0" timeOffset="195176.0226">10369 4316 0,'-25'0'31,"0"0"-15,0 0-1,0 0 1,1 0-16,-1-25 31,-25 25-15,25 0 0,1-25-1,-1 25-15,0 0 16,0 0-16,0 0 15,1 0-15,-1 0 16,-25 0-16,25 0 16,1 0-16,-26 0 15,0 0-15,26 0 16,-26 0-16,0 0 16,26 0-16,-1 0 15,0 0-15,0 0 16,0 0-1,1 0 48,-1 0-1</inkml:trace>
  <inkml:trace contextRef="#ctx0" brushRef="#br0" timeOffset="196064.5136">10046 3497 0,'-25'-24'47,"-24"24"-47,24-25 16,0 0-16,-49 0 16,24 25-16,1-25 15,-1 1-15,0 24 16,26 0-16,-1 0 15,-25-25-15,1 25 16,24 0-16,-25-25 16,25 25-1,1 0 1,-1 0 0</inkml:trace>
  <inkml:trace contextRef="#ctx0" brushRef="#br0" timeOffset="197377.9084">3572 3547 0,'0'25'156,"0"24"-156,0-24 15,0 0-15,0 50 16,0-51-16,0 1 16,25 0-1,-25 0-15,0 0 16,0-1 0,0 1-1,0 0 16,0 0 1</inkml:trace>
  <inkml:trace contextRef="#ctx0" brushRef="#br0" timeOffset="198111.49">3969 4018 0,'-25'0'31,"0"0"-31,-24 0 16,24-24 0,0 24-16,-24 0 15,24 0-15,0-25 16,-25 25-16,1 0 15,24 0-15,0 0 16,-24 0-16,-1 0 16,25 0-16,0 0 15,1 0 1,-26 0-16,25 0 16,0 0 15,1-25-16</inkml:trace>
  <inkml:trace contextRef="#ctx0" brushRef="#br0" timeOffset="199015.9686">3845 3448 0,'0'-25'15,"-25"25"-15,0 0 31,-24 0-31,49-25 0,-25 25 16,0 0 0,0 0-16,-24 0 15,24-25-15,-25 25 16,1 0-16,24 0 16,0 0-16,0-24 15,1 24 1,-1 0-1,0 0 17,0 0-1,0 0 16</inkml:trace>
  <inkml:trace contextRef="#ctx0" brushRef="#br0" timeOffset="210817.1566">1662 9277 0,'25'0'31,"-25"25"-31,25-25 15,-25 25-15,25-1 16,-1-24-16,26 50 16,-25-50-16,0 25 15,0 0-15,-1-25 16,1 0-16,0 49 16,0-49-16,0 0 15,-1 25-15,26 0 16,-25-25-16,0 0 15,24 25-15,-24-25 16,0 0-16,24 24 16,1-24-16,-25 0 15,0 0-15,24 0 16,1 25-16,-1-25 16,-24 0-1,0 0-15,25 0 16,-1 0-16,1 0 15,-25 0 1,24 0 0,1 0-16,-25-49 15,-1 49-15,1 0 16,25-25-16,-50 0 16,50 0-16,-50 0 15,24 1-15,-24-1 16,25 0-16,-25-25 15,0 26 1,0-1 0,0 0-1,0 0-15,0 0 16,-25 25-16,1-49 16,-1 49-16,-25-50 15,25 25-15,-24 25 16,-1-24-16,25-1 15,-49 25-15,24 0 16,1 0-16,-26-25 16,26 25-16,-26 0 15,1 0-15,-25 0 16,24 0 0,50 0-16,-49 0 0,24 0 15,1 0-15,-1 0 16,1 25-1,24-25-15,-25 25 16,25-25-16,0 0 16,1 24-16,-1-24 31,25 50-31,-25-25 16,25 0-1,-25-1 1,25 1-1,0 0-15</inkml:trace>
  <inkml:trace contextRef="#ctx0" brushRef="#br0" timeOffset="236920.1336">10518 3820 0,'24'25'15,"1"24"95,-25 1-95,25-50 1,0 25-16,-25 0 15,25-25-15,-25 24 16,24 1-16,1-25 16,-25 25-1,25-25 79,0-25-94,0 0 16,-1 1-16,26-51 15,-25 50-15,0 1 16,49-51-16,-49 50 16,24-24-16,-24-1 15,0 25-15,0 0 16,24 1-16,-49-1 15,25 25-15,-25-25 32,25 25-17,-25-25 17</inkml:trace>
  <inkml:trace contextRef="#ctx0" brushRef="#br0" timeOffset="248168.1285">10344 3349 0,'25'-25'47,"0"25"15,-1 0 1,1 0-32,0 0 32,0 25-63,-25-1 15,0 26 17,0-25-17,0 0 16,0-1-31,-25-24 16,25 25-16,-25-25 31,0 25-15,-24 0 0,98-25 187,-24 0-203,0-25 15,25 25-15,-26-25 16,1 25-16,0 0 16,0 0-16,0 0 15,-1 0 1,1 0-1,0 0 64,-25 50-79,0-25 15,0 49 1,0-49-1,0 0-15,-25 0 16,25 24 0,-49-49-16,49 25 15,-25 0-15,0 0 16,0-25 0,0 0-16,1 24 15,-1-24 1,0 0-1,0 0-15,0 0 16,1 0 0,-1 0-16</inkml:trace>
  <inkml:trace contextRef="#ctx0" brushRef="#br0" timeOffset="249175.5494">10642 3249 0,'0'25'78,"0"0"-62,0 25-1,24-26 16,-24 1-15,0 0-16,25-25 16,-25 50-1,25-50 1,0 24 0,0-24 30,-25 25-14,24-25-32,1 0 31,0 0-15,-25-25 155,0 1-155,0-1 0,0 0-16,0 0 15,0 0 1</inkml:trace>
  <inkml:trace contextRef="#ctx0" brushRef="#br0" timeOffset="249758.3069">10741 3274 0,'25'0'94,"24"50"-79,-49-25 1,50 24-16,-25-24 16,-1 0-16,-24 0 15,50 24-15,-50-24 16,25 0-16,0 0 15,-25-1 1,24 1 15,-24 0 1,0 0-17</inkml:trace>
  <inkml:trace contextRef="#ctx0" brushRef="#br0" timeOffset="251175.5926">2778 3299 0,'0'-25'125,"-24"25"-109,-1 0-1,0 0-15,0 0 16,25 25-1,-25-25 1</inkml:trace>
  <inkml:trace contextRef="#ctx0" brushRef="#br0" timeOffset="252752.6956">2902 2927 0,'0'0'0,"25"0"15,0 0 1,25 0 15,-25 0 0,-1 0 1,1 25-17,-25 0-15,25-1 16,-25 1-16,25 0 15,0-25-15,-25 25 16,0 0 0,0-1-16,0 26 15,0-25 1,0 0 0,0-1-1,0 1 1,-25-25 62,0 0-62,0 0-16,25-25 31,-25 25-16,1-24 1,24-1 0,0 0-1,0 0 1,0 0 15,24 25 0,-24-24-15,25-1 0,0 25-1,0 0 17,0 0-17,-1 0 1,1 0-1,0 0 1,0 0 0,0 0-1,-1 0 1,1 0 15,0 0-31,0 0 47,0-25 16</inkml:trace>
  <inkml:trace contextRef="#ctx0" brushRef="#br0" timeOffset="268361.1058">6127 2803 0,'25'0'313,"0"-25"-313,24 25 15,-24 0 1,0 0 0,0 0-1,0 0 1,-1 0-1,1 0 17,25 0-17,-25 25 17,-1-25 14,-24 25-30,25-25 0,-25 25 15,0-1 0,0 1-31,0 0 31,-25 0 1,1 0-17,24-1 1,-25-24 0,-25 0-1,25 0 1,1 0-1,-1 0 1,0 0 31,50 0 187,0 0-218,-1 0-16,26 0 16,-25 0-1,0 0-15,-1 0 16,1-24-1,25 24 1,-25 0 0,-1 0-1,26 0 1,-25 0 0,0 0 15,-1 24 47,-24 1 0,0 25-78,-24-25 16,24 24-1,-25-24-15,0 25 16,0-50-16,0 24 16,1 1-1,-1 0-15,0-25 16,0 0-16,0 25 15,1-25-15,-1 0 16,0 0 0,0 0-16,-24 0 15,24 0-15,0 0 16,0 0-16,0 0 16,1 0-16,-1 0 15,0 0 16,0 0 1</inkml:trace>
  <inkml:trace contextRef="#ctx0" brushRef="#br0" timeOffset="338890.6982">15305 3398 0,'-25'-25'157,"0"25"-142,-24-24 1,24-1-1,0 25 1,0-25 0,-24 25-16,24 0 15,0-25 1,0 0 0,0 25-16,-24 0 15,24 0 16,0 0 16,0 0 203,1 0-218,24 25-1,0 0-31,0 0 31,0 0 0,0 24-15,0-24 0,0 0 15,0 0-31,0-1 15,0 1 1,24-25 0,-24 25-1,0 0-15,25 0 16,-25-1 15,25-24 16,-25 25-31,25-25-1,0 0 17,-1 0-17,1 25 1,0-25-16,0 0 15,0 0-15,-1 0 16,1 0-16,25 0 16,-25 0-1,-1 0 17,1 0-17,0 0 1,-25-25-1,25 25-15,0-25 47,-1 1-15,1 24-17,-25-25-15,0 0 16,0 0-1,0 0 17,0-24 15,0 74 187,0-1-218,0 1-1,0 0 1,0 25-1,0-26 1,0 1 0,25 0-1,0 0 17,0 0-17,-1 0 1,1 24-1,25-24 1,-25-25 0,-1 25-1,1-25-15,0 0 16,0 25 0,0-25-16,0 24 15,-1-24 1,1 0-16,0 0 15,0 0-15,0 0 16,-1 0-16,26 0 16,-25 0-1,0 0-15,-1 0 16,1 0 0,0 0-1,0 0-15,0 0 16,-1 0 15,-24-24 110,0-1-141</inkml:trace>
  <inkml:trace contextRef="#ctx0" brushRef="#br0" timeOffset="341762.7791">2332 7838 0,'-25'-25'109,"0"-49"-93,25 49-16,-24-49 16,24-50-16,-25 49 15,0-24-15,25 0 16,-50 25-16,50-50 16,-49 0-16,49 49 15,0-74-15,-25 25 16,25 25-16,-25-25 15,25 25-15,-49 0 16,49-1-16,0 26 16,0-25-16,0-1 15,0 26-15,0 0 16,0-1-16,0 1 16,0-1-16,0 1 15,0 0-15,0-1 16,0 50-1,0 1-15,0-26 16,0 0-16,0 1 16,0 24-16,0 0 15,0 0-15,0-24 16,0 24 0,0 0-1,0 0 1,0 0-1,0 1 1,0-1 0,0 0-1,0 0 1,0 0 0,0-24-1,0 24-15,0 0 16,0-24-1,-25 24 1,25 0-16,0 0 16,0 0-1,-25 25-15,25-24 16,0-1-16,0 0 31,-25 0-15,0 25-1,25-25-15,0 1 141</inkml:trace>
  <inkml:trace contextRef="#ctx0" brushRef="#br0" timeOffset="343145.76">1861 4118 0,'-25'0'62,"0"0"-46,25 49-1,-25-24-15,0 0 16,25 24-16,-24-24 16,24 0-1,0 0 1,0 0-16,-25-1 15,0 1 1,25 0 15,0 0 1,0-50 124,0 0-141,25-24 1,-25 24-16,25 0 16,-25 0-16,24 0 31,-24 1-15,0-1-1,0 0 1,25 25-1,-25-25 1,0 0 31,25 25-16,0 0 16,0 0-31,0 25-1,-1-25-15,1 0 16,-25 25-16,25-25 16,25 25-1,-50 0-15,49-25 16,-24 49-16,0-49 15,-25 25-15,25-25 16,-1 50 0,1-26-1,0 1 1,0-25-16,0 25 16,-1 0 15,1-25-16,0 0 32</inkml:trace>
  <inkml:trace contextRef="#ctx0" brushRef="#br0" timeOffset="345811.3037">4936 8136 0,'75'0'156,"-25"0"-156,-1 0 16,26-25-16,-1 0 16,0 25-16,26-24 15,-1-1-15,50 0 16,-1 0-16,-73 25 16,24 0-16,25 0 15,-49-25 1,98 25-16,-98-25 15,-1 25-15,0-24 16,1 24-16,-1 0 16,25-25-16,25 0 15,-24 0-15,-26 0 16,100 1-16,-75-1 16,50 0-16,0 0 15,-50 25-15,0-49 16,25 24-16,25-25 15,-50 25-15,50-24 16,-75 24-16,1 25 16,74-50-16,-50 1 15,0 24-15,0 0 16,25-24-16,-49 49 16,49-50-16,25 0 15,-75 1-15,100-1 16,-50-24-16,-25 49 15,25-49-15,-25 24 16,25-25 0,0 1-16,-49 49 0,-1-24 15,50-26 1,0 1-16,-74 49 16,24-25-16,-24 26 15,49-26-15,-25 0 16,-24 26-16,74-51 15,-74 75-15,-26-25 16,51-24-16,-1 24 16,-24-25-16,-25 26 15,49-26-15,-49 25 16,24-24-16,26 24 16,-26-25-16,-24 25 15,25 0-15,24-24 16,-49 24-16,25-25 15,24 1-15,-24-1 16,-1 1-16,26-1 16,-26-24-16,26 24 15,24-49-15,50 0 16,-50-1-16,-25 1 16,50 0-16,-24 24 15,-26 26-15,50-50 16,-25-1-16,-24 76 15,-50-51-15,49 26 16,-49 24-16,24-25 16,1 25-1,0-24-15,-26 49 16,26-25-16,-25 0 16,0 0-16,-1 1 15,51-1 1,-75 0-16,49 0 15,-24 0 1,25 25-16,-25-24 16,49-1-1,-49 25 1,0-50 0,24 50-1,-24-25 16,0 1 298,0 24-298,-1-25-31,-24 0 15,25 0 1,0 0 31</inkml:trace>
  <inkml:trace contextRef="#ctx0" brushRef="#br0" timeOffset="347067.2189">14288 3522 0,'49'0'203,"-24"0"-187,0 25-16,0-25 15,24 0-15,1 0 16,0 0-1,-1 25 1,-24-25-16,25 0 31,-25 0-31,-1 25 32,1-25-32,25 24 15,-25-24 1,-1 0-1,1 50 79,-25-25-78,0 0-16,0 24 15,0-24-15,0 50 16,0-51-16,0 1 16,0 0-16,-25 0 15,1 24-15,-1 1 16,0-50-16,0 50 16,-24-26-16,49 1 15,-25-25 1,0 50-16,0-50 0,0 25 15,1-1 1,-1-24 15</inkml:trace>
  <inkml:trace contextRef="#ctx0" brushRef="#br0" timeOffset="391537.888">4093 13965 0,'-25'0'125,"1"-25"-109,-1 25 0,25-25-1,-25 25-15,0 0 16,25-24-16,-25 24 15,0-25 17,1 25 46,24 25 31,-25-1-109,25 1 16,-25 25-16,25-25 15,0-1 1,0 26 0,0-25-16,0 0 15,0-1 1,0 1 0,0 0-1,0 0 1,25 0-16,0-1 15,-25 1 1,0 0-16,24-25 16,-24 25 15,25-25-31,0 0 31,0 0-15,0 0 15,0 0-15,-1 0-1,1 0-15,0 0 16,0-25 0,0 0-1,-1 0 1,-24 1-1,0-1-15,0 0 16,0 0 0,0 0-1,0 1 1,0-1 15,0 0-15,0 0 31,-24 0-32,24 50 142,0 0-142,0 25 1,0-26-16,0 1 15,0 0-15,24 0 32,-24 0-17,25-1 1,0 1 15,-25 0 0,25 0-15,0-25 0,-25 25-1,24-25 1,1 0 0,-25-25 77</inkml:trace>
  <inkml:trace contextRef="#ctx0" brushRef="#br0" timeOffset="392984.0956">4168 13370 0,'0'25'32,"0"24"-32,0-24 15,24 25-15,1-1 16,-25 1-16,0-25 15,25-1-15,0 51 16,-25-50-16,0-1 16,25 26-16,-25-25 15,0 0 1,24-1-16,-24 1 16,0 0-16,0 0 15,0 0 1,0-1-16,25 1 31,-25 0 16,25-25 78,0-25-125,-25 0 16,0-24-16,25 24 15,-1 25-15,-24-25 16,25 0-1,0 25 1,0 0 0,0 0-1,-1 0 1,1 25-16,0-25 16,0 25-16,0-25 15,-25 25-15,49 24 16,-49-24-16,25 0 15,-25 0 1,25 24-16,0-49 16,-25 25-16,0 0 0,0 25 15,0-26 1,0 1 0,0 0-16,0 25 15,-25-50 1,25 49-1,-50-49-15,25 25 16,-24-25 0,24 0-16,0 0 15,0 0-15,-24 0 16,24 0-16,0 0 16,0 0-16,1 0 15,-1 0-15,0 0 16,25-25-16,-25 1 31,0-1-15,25 0-1,0 0 17,0 0-1,0 0-31,0 1 15</inkml:trace>
  <inkml:trace contextRef="#ctx0" brushRef="#br0" timeOffset="394720.8016">5110 13891 0,'-25'-25'15,"1"25"1,-1 0-1,0 0 32,0 0-15,0 25-1,25-1-16,-25 1-15,1-25 16,24 25 0,0 0-1,0 0 1,0-1-16,0 1 16,0 0-1,0 0 1,0 0-1,0 24 1,24-49 0,-24 25-1,25 0 1,0-25 0,-25 25-1,25-25-15,0 0 16,-25 24-16,25-24 15,-1 0-15,1 0 16,0 0-16,0 0 16,24 0-1,-24 0 1,0 0 0,0 0-1,0 0 1,-1 0 15,-24-24-31</inkml:trace>
  <inkml:trace contextRef="#ctx0" brushRef="#br0" timeOffset="396529.7672">5631 13866 0,'0'0'0,"-25"0"16,0-25-16,1 25 15,-1 0 1,0 0-1,0 0-15,0 25 32,1 0-17,24-1 1,0 1 0,-25 25-16,25-25 15,-25 24 1,25-24-16,0 25 15,0-26 1,0 1-16,0 0 16,0 0-1,25-25-15,-25 25 16,25-25-16,-1 0 16,-24 24-16,50-24 15,-50 25-15,25-25 16,24 0-1,-24 0 1,0 0 0,0 0-1,0 0 17,-1-25-32,-24 1 15,25 24 1,-25-50-16,0 25 15,0-24 1,0-1-16,0 0 16,0 26-16,0-1 15,-25 0-15,1-25 16,-1 50-16,-25-49 16,25 24-16,-24 0 15,24 0 1,0 1-16,0-1 15,1 25-15,24-25 16,-25 0-16,0 25 16,25-25-1,-25 1 1,25-1 0,0 0-1,0 50 95,50 24-95,-50-24 1,49 25-16,-49-25 15,25-1-15,0 26 16,0 0 0,0-26-16,-25 1 15,24 25-15,1-50 16,-25 25-16,0-1 16,25 1-16,0 0 15,-25 0-15,25-25 16,-25 25-16,24 24 15,1-49 1,0 25 0,-25 0-1,25-25 1,0 25 0,-1-25-1,-24 24 1,25-24 15,-50 0 219,1 0-234,-26-49-16</inkml:trace>
  <inkml:trace contextRef="#ctx0" brushRef="#br0" timeOffset="398498.0516">12676 13767 0,'0'0'0,"-50"0"16,25 0-16,0 0 15,1 0-15,-1 0 16,0 0 0,0 0-1,0 24 1,25 1 15,0 0-31,0 25 16,0-26-1,0 26 1,0 0 0,25-26-1,-25 1 1,25-25-16,-25 25 0,25 0 15,0-25-15,-1 25 16,1-25 0,0 24-16,0 1 0,0-25 15,-1 0 1,1 0-16,0 25 16,0-25-16,24 0 15,-24 0 1,0 0-16,25 0 15,-26 0 1,26 0 0,-25 0-1,0 0 1,-1-25 0,1 25-1,-25-25-15,0 1 31</inkml:trace>
  <inkml:trace contextRef="#ctx0" brushRef="#br0" timeOffset="399257.7993">12626 14015 0,'0'0'0,"-50"0"31,50 24-16,-24-24-15,-26 0 32,25 0-1,0 25 16,0-25 31,25-25 47,25 25-109,25 0-1,-25-24 1,0 24-1,-1 0 1</inkml:trace>
  <inkml:trace contextRef="#ctx0" brushRef="#br0" timeOffset="401305.9055">13296 13618 0,'0'25'47,"0"-1"-47,24 26 16,-24 0-1,0-26-15,50 26 16,-50-25-1,0 0-15,0-1 16,25 26 0,-25-25-16,25-25 15,-25 25 1,0-1 0,0 1-1,24-25-15,-24 25 16,0 0-1,-24-75 95,-26 25-95,0-24 1,-24-1-16,24 1 0,-24-1 16,49 25-16,-24 0 15,24 1-15,-25 24 16,50-25 0,0 0 62,0 0-63,0 0 1,0 1 0,0-1-16,25 25 15,-25-25-15,25 25 16,-25-25-16,25 25 15,24-25 1,-24 1-16,0 24 16,0-25-1,-1 25 1,1 0 0,0 0-1,0 0 1,0 0-1,-1 0 1,1 0-16,0 0 31,0 25-15,0-25 15,-25 24-31,24 1 16,1 0-1,0 0 1,-25 0-16,25-1 16,-25 1-1,25 0 1,-25 0-16,0 0 16,0-1-1,0 1 16,0 0-15,0 0 0,0 0-1,-25-25 1,25 24 0,0 1 187,50 25-172,-26-50-15,26 0-1,-50 25 1,25-25-1,-25 24 1,25-24 15,-1 0-15,-24 25 0,25-25 15</inkml:trace>
  <inkml:trace contextRef="#ctx0" brushRef="#br0" timeOffset="403202.2296">13668 13543 0,'25'0'15,"-1"25"1,1 0-16,-25 0 16,25 0-16,-25-1 15,50 1-15,-50 0 16,24 0-16,1 0 15,0-1 1,-25 1-16,25 25 16,0-25 15,-50-50 110,-25 0-126,25-25-15,-24 26 16,49-1-16,-50 0 15,50-25-15,-25 50 16,25-24-16,-24-1 16,24 0-1,0 0-15,-25 25 16,25-25-16,0 1 16,0-1-1,0 0-15,0 0 16,0 0-1,0 1 1,25 24 31,-1 0-31,1 0 30,0 0-30,0 0-16,0 0 16,-1 0-1,1 0 1,0 0-16,-25 24 16,25-24-1,0 25 1,-1-25-1,1 25-15,0 0 16,-25 0-16,25-25 16,0 24-16,-1 1 15,1 0 1,0 0-16,-25 0 16,25-1-1,-25 1-15,0 0 16,0 0-1,0 0 17,0-1-17,0 1 1,0 0 15,-25 0-15,0 0-1,0-25 1,1 0 0,24 24-1,-25-24 1,25 25 218,25 0-218,-1-25 0,1 0-16,0 25 15,25-25 1,-50 25-16,49-1 15,-24-24 1,-25 25 0,25-25-16,0 0 31,-25 25-15,0-50 124,-25-24-140</inkml:trace>
  <inkml:trace contextRef="#ctx0" brushRef="#br0" timeOffset="404434.3717">14586 13543 0,'0'25'47,"0"25"-31,0-25-1,0 24 1,24-24-1,-24 0 1,0 0-16,50-25 16,-50 24-16,25 1 15,24 25 1,-24-25 15,0-25-15,0 24-16,0 1 15,-1-25 1,1 0 15,0 0-15,0 0 15,0 0-15,-1 0-1,1-25 1,0 1 15,0-1-15,0-25 0,-25 1-16,0 24 15,0 0-15,0-25 16,0 26-16,0-26 15,-25 25-15,25 0 16,0 1-16,-50-26 16,25 25-16,1 0 15,-26 1-15,0-1 16,26-25 0,-26 25-16,25 25 15,-24-24-15,24 24 16,-25 0-16,25 0 15,1 0-15,-26 0 16,0 0 0,25 24-1,25 1 1,-24-25-16,24 25 16,-25 0 15,0-25-31,25 25 15,0-1-15,0 1 16,0 25 0,0-25-1,0 24-15,0-24 16,0 0-16,0 0 16,0-1-16,25 1 15,0 25 1,-1-50-16,-24 25 15,50-1-15,-50 1 16,25-25 0,0 0-1,-25 25 1</inkml:trace>
  <inkml:trace contextRef="#ctx0" brushRef="#br0" timeOffset="406709.7305">13841 13791 0,'25'50'109,"0"0"-93,0 24-16,0-24 16,-1-26-16,-24 26 15,0 0-15,25-26 16,0 1-16,-25 25 16,0-25-1,25-25-15,-25 24 16,0 1-16,0 0 31,0-99 172</inkml:trace>
  <inkml:trace contextRef="#ctx0" brushRef="#br0" timeOffset="414155.6668">4887 15007 0,'-25'-25'187,"0"0"-155,0 0-32,1 25 31,24-24-15,-25 24-1,0 0 32,0 0-31,25-25-1,-25 25 1,1 0 0,-1 0 15,0 0-16,0 0 1,0 0 0,1 0-1,-1 0 1,0 0 31,25 49 31,0-24-47,0 0 0,0 0-15,0 0 15,25-25-15,0 24 15,-1 1 0,1 0-15,0-25 0,0 0-1,0 0 1,-1 0 0,1 0-16,0 0 15,0 0 1,0 0-1,24 0-15,-24 0 16,0 0 15,0 0-15,-1 0 0,-24-25-16,25 25 15,0-25 1,-25 1-1,0-1 32,0 0-15,-25 25 46,25 50 0,0-26-63,25 1-15,-25 0 16,25 0-16,0-25 16,0 25-16,24-1 15,-24 1 17,0-25-1,0 0-31,-1 0 47,1 0 31,-50 0 94</inkml:trace>
  <inkml:trace contextRef="#ctx0" brushRef="#br0" timeOffset="415819.8287">12998 14610 0,'-25'25'78,"0"0"-78,25-1 15,-24-24 17,24 25-32,-25 0 15,0-25 1,0 25 0,25 0-1,-25-1 16,25 1-31,0 0 16,0 25 0,0-26-1,0 26 1,0-25 0,0 0-1,0-1-15,25 1 16,-25 0-1,25-25-15,0 0 16,-25 25 0,25 0-16,-1-25 15,1 0 1,0 0 0,0 0-1,0 0 1,-25-25-1,24 25-15,-24-25 16,25 0-16,-25 0 16,25 1-16,-25-1 15,0 0-15,0 0 16,25 0 0,0 1-1</inkml:trace>
  <inkml:trace contextRef="#ctx0" brushRef="#br0" timeOffset="416706.7796">13097 14858 0,'-25'0'15,"1"0"1,-1 0 15,25 25 0,-25-25-31,0 0 32,0 25-32,1-25 31,24 24-15,-25-24 15</inkml:trace>
  <inkml:trace contextRef="#ctx0" brushRef="#br0" timeOffset="418383.1511">13519 14585 0,'25'0'31,"-25"25"-31,0 25 16,25-1-1,-1-24-15,-24 0 0,25 24 16,0-24 0,-25 0-16,25 0 15,-25 0 1,0-1-16,25-24 16,-25 25-16,24 0 15,-24 0 1,0 0-1,-24-50 79,-1-25-78,-25 25-16,25 1 15,1-26-15,-51-24 16,75 49-16,-50 0 16,50 0-1,-24 0-15,24 1 0,-25-1 16,25-25 0,0 25-1,0 1-15,0-1 0,0 0 16,0 0-1,0 0-15,0 1 16,0-1 0,0 0 15,49 0-31,-49 0 16,25 25-1,0 0 1,0 0-16,0 0 15,0 0 1,-1 0-16,1 0 16,0 25-16,0 25 15,0-50 1,-1 49-16,1-49 0,0 25 16,0 0-16,-25 0 15,49 24-15,-49-24 16,0 0-16,25-25 15,0 25-15,-25 0 16,0-1 0,0 1-1,0 0 1,0 0 15,0 0-15,0-1-16,-25 1 15,0-25 1,25 25 0,-24-25-1,24 25 17,74 0 155,0-1-187,-49-24 16,0 0-16,25 0 15,-50 25 1,24-25 0,-24 25-1,25-25 48,-25 25-48</inkml:trace>
  <inkml:trace contextRef="#ctx0" brushRef="#br0" timeOffset="420087.1887">14213 14387 0,'0'25'15,"0"-1"-15,25 26 16,0 0 0,25-26-1,-1 100 1,26-24 0,-1-1-16,-74-74 31,25-25-16,-25 49-15,25-49 16,-25 25 0,-25-75 93,-25 26-109,25-1 16,1-25-16,-26 1 15,0-1 1,-24-74-16,74 99 16,-25 0-16,25 1 15,0-26-15,0 0 31,0 26-31,0-26 16,0 25 0,0 0-1,0 0 1,0 1-16,0-1 16,25 25-1,0 0-15,0 0 31,-1 0-31,1 0 16,0 0 0,0 0-16,0 25 31,-1-25-31,1 49 16,0-24-16,0 0 15,0 25 1,0-50-16,-25 24 15,24 26-15,1-50 47,-25 50-31,25 98 0,-25-98-1,-50 49 1,50-74-1,-24-25 95,-1 0-79,25-25 32,99 0 30,-74 25-77,0 0-16,-1 0 16,1 0-16,0 0 15,25 0 1,-50 25-16,24-25 15,1 25 1,0-25 0,0 25-16,-25 24 15,25-49 1,-1 25 0,1 0-1,-25 0 16,0-50 79</inkml:trace>
  <inkml:trace contextRef="#ctx0" brushRef="#br0" timeOffset="421260.0603">14958 14436 0,'0'0'0,"0"25"0,0 0 16,0 25-16,0-26 15,24 1 1,1 25-16,-25-25 0,25-1 15,0 1-15,0 25 16,-1-25 0,1-25-1,0 24-15,0 1 16,-25 0 0,49-25-16,-24 25 15,0-25 1,0 25-16,0-1 15,24-24 17,-24 0-17,0 0 17,0 0-17,-1 0 16,1-24 1,-25-1-17,0 0-15,0-25 16,0 26 0,0-51-1,0 50-15,0 1 16,-25-1-16,1 0 15,-1-25-15,0 26 16,-25-1-16,1 0 16,24 0-16,-25 25 15,1-49-15,-1 24 16,1 0-16,24 25 16,-25-25-16,25 0 46,1 25-46,-26 0 16,0 0-16,26 0 31,-1 25-15,25 0 0,0 0-1,0 0 1,0-1-1,0 1 1,0 0-16,0 0 16,0 0 15,0-1-15,25 1 15,-1 0-31,51-25 31</inkml:trace>
  <inkml:trace contextRef="#ctx0" brushRef="#br0" timeOffset="443103.8693">17289 3870 0,'50'0'140,"-25"0"-124,-1 0-16,51 0 15,-26 0-15,1 0 16,24 0-16,1 0 16,-25 0-16,-26 0 15,51 0-15,-26 0 16,1 0-16,49 0 16,-24 0-16,-26 0 15,26 0-15,24 0 16,-50 0-16,51 0 15,-1 0-15,0 0 16,-25 0-16,1 0 16,24 0-16,0 0 15,25 24-15,-49-24 16,24 0-16,-25 0 16,-24 0-1,49 0-15,25 0 16,-25 0-16,-24 0 0,24 0 15,0 0 1,-24 25-16,24-25 16,0 0-16,-24 0 15,24 0-15,-25 0 16,1 0-16,24 0 16,-50 0-16,26 0 15,-1 25-15,-24-25 16,24 0-16,-24 0 15,0 0-15,24 0 16,-49 0-16,0 0 16,24 25-16,1-25 15,-1 0-15,1 0 16,-25 0-16,49 0 16,-24 0-16,-25 0 15,24 0-15,-24 0 16,49 0-16,-24 0 15,-25 0-15,0 0 16,24 0-16,-24 0 16,0 0-1,0 0 1,0 0-16</inkml:trace>
  <inkml:trace contextRef="#ctx0" brushRef="#br0" timeOffset="444519.3633">19447 3597 0,'0'99'94,"25"-74"-78,0 49-16,0 1 15,-1-1-15,1 0 16,-25-49-16,25 25 16,-25-25-16,25 24 15,-25-24 1,25 25-1,-25-26 1,0 1-16</inkml:trace>
  <inkml:trace contextRef="#ctx0" brushRef="#br0" timeOffset="445384.8708">19794 4465 0,'0'25'62,"0"-1"-46,0 26 0,-49 0-16,49-26 15,0 1-15,-50 0 16,50 0-16,-25 0 15,25-1 1,-24-24 0,-1 25-1,25 0 1</inkml:trace>
  <inkml:trace contextRef="#ctx0" brushRef="#br0" timeOffset="445991.2126">19373 4564 0,'25'0'47,"24"0"-47,26 0 15,-51 0 1,51 25-16,-1 24 15,-24-49-15,49 50 16,-74-50-16,25 25 16,24-25-16,-49 25 15,0-1-15,49 1 16,-49-25 0,-25 25-16,49-25 15</inkml:trace>
  <inkml:trace contextRef="#ctx0" brushRef="#br0" timeOffset="450287.7145">19373 3101 0,'-25'49'172,"25"26"-157,0-51-15,-25 51 16,25-50-16,0 24 16,0-24-16,-25 0 15,25 24-15,-24-24 31,24 0-15,-25 25 15,0-26 32,0-24-48,0 0 1,-24 0 0,24 0-16,0-24 15,-24 24-15,24-25 16,-25 0-16,-24-25 16,49 50-16,0-24 15,-49-1-15,74 0 16,-25 25-16,-50-25 15,75 0-15,-24 25 16,24-24 0,-25 24-1</inkml:trace>
  <inkml:trace contextRef="#ctx0" brushRef="#br0" timeOffset="454161.9217">20911 3324 0,'25'25'63,"24"74"-48,-24-25-15,0 1 16,0-51-1,-1 51-15,-24-1 16,50-49-16,-50 0 16,0 25-16,0-26 15,25-24-15,-25 25 16</inkml:trace>
  <inkml:trace contextRef="#ctx0" brushRef="#br0" timeOffset="454841.4531">21556 3845 0,'0'0'0,"-25"0"15,-25 0 1,1 0-16,24 25 16,-25-25-16,1 0 15,-26 49-15,50-49 16,1 0-16,-26 25 15,-24-25-15,49 0 16,0 0 0,0 0-1,0 0 1,25 25-16,-24-25 16</inkml:trace>
  <inkml:trace contextRef="#ctx0" brushRef="#br0" timeOffset="455593.8273">21109 3150 0,'-25'0'31,"1"0"-31,-1 0 15,0 0-15,0 25 16,-24-25-16,24 0 16,-25 25-16,25 0 15,-24-25-15,24 0 16,0 24-16,0-24 16,0 25-16,1-25 15,-1 0-15,0 25 16,25 0-16,-25-25 31</inkml:trace>
  <inkml:trace contextRef="#ctx0" brushRef="#br0" timeOffset="459505.8963">18926 3125 0,'-24'0'0,"-26"0"47,50 25 124,0 0-155,0 25-16,0-26 31,25 1-15,-25 0 0,25-25-1,-25 50 16,24-50 1,-24-25 155,0 0-171,0-25-1,0 26 267,25 24-79,0 0-203,0 0 31,-25-25-31</inkml:trace>
  <inkml:trace contextRef="#ctx0" brushRef="#br0" timeOffset="460744.7193">18926 3026 0,'25'0'62,"0"25"-46,0 0-1,0 0 48,-1-25-32,-24 24 0,25-24 110,0 0-110,0 0-15,0 0-16,-1 0 31,1 0-15,-25 25 109,0 0-110,0 0 1,0 0 0,-25-1-1,1-24 16</inkml:trace>
  <inkml:trace contextRef="#ctx0" brushRef="#br0" timeOffset="462082.8527">19447 2853 0,'-25'0'110,"1"0"-95,-1 24 16,25 1 1,0 0-1,-25 0-15,25 0-1,0 24 1,0-24 15,0 0 32,0 0-63,25-25 31,0 0 78,-1 0-78,1 0-15,0-25 0,0 0 31</inkml:trace>
  <inkml:trace contextRef="#ctx0" brushRef="#br0" timeOffset="463992.8282">21853 3299 0,'-25'0'15,"1"0"1,-1 0 15,-25 0 16,25 0-16,1 25 16,24 0-31,0-1 0,0 1 15,0 0-31,0 0 31,0 0-15,0-1-1,24 1 1,-24 0 0,25-25-1,0 25 16,0-25 16,0 0-47,-1 0 32,1 0-17,-25-25 1,25 25-16,-25-25 15,25-24 1,0 24 0,-25 0-16,0 0 15,0 0 32,24 25 141,1 0-188,0 0 15,-25 25-15,25-25 16,0 25-16,0-25 16,-1 0-1,1 0 32</inkml:trace>
  <inkml:trace contextRef="#ctx0" brushRef="#br0" timeOffset="465016.7975">22027 3101 0,'25'24'62,"0"1"-46,-25 0-1,24-25-15,-24 25 16,25 0 0,-25-1-16,0 1 15,25-25 32,25 0 109,-26 0-140,1 0 0,0 0-1,-25 25 1,25-25-1,-25 25 32,0 0-47,0-1 16,0 26 0,-25 0-16,25-26 15,-25 26-15,0-50 16,1 25-16,-1 0 15,-25-25-15,25 0 16,1 24 0,-1-24-16,0 0 15,0 0 17</inkml:trace>
  <inkml:trace contextRef="#ctx0" brushRef="#br0" timeOffset="466017.901">22597 3101 0,'-24'0'47,"-1"0"-16,0 0-15,0 24-1,25 1-15,0 0 32,-25 25-17,25-26 16,0 1-15,0 0-16,0 0 16,0 0-16,0-1 15,25-24 1,-25 25-16,25 25 16,0-50-1,0 0 1,-25 25-1,24-25 1,1 0-16,0 0 16,0 0 31,0 0-32,24 0 1,-49-25-1,25 0 17,0 25-1</inkml:trace>
  <inkml:trace contextRef="#ctx0" brushRef="#br0" timeOffset="467429.1002">23069 3076 0,'-50'0'0,"25"0"15,0 0 17,1 0-17,-1 0 16,25 25 1,0-1-32,0 1 15,0 25 1,0-25-16,0-1 31,0 1-31,25 0 16,-25 0-1,24-25 17,-24-75 93,0 51-125,0-1 15,0-50-15,0 26 16,0 24-16,0 0 16,-24-24-16,-26 24 15,50-25 1,-25 1-16,0 24 15,1 0-15,48 50 141,1 0-125,0 24-16,-25-24 15,25 0-15,0 0 16,-1 24-16,1-24 16,0 0-1,-25 0 1,25-1-1,0 1 1,0-25 0,-25 25-16,24 0 15,1 0 17,0-1-1,0-24 16</inkml:trace>
  <inkml:trace contextRef="#ctx0" brushRef="#br0" timeOffset="469177.9121">17413 3324 0,'0'25'78,"0"-1"-78,0 1 32,0 0-17,25-25 1,-25 50-16,25-50 16,-25 24-1,0 1-15,25 0 16,-25 0-1,0 0-15,24-1 16,1 1 0,-25 0-1,-25-25 282,1 25-297,-26 0 16,25-25-16,-24 0 15,24 25-15,0-1 16,-25-24-16,26 0 16,-1 0-1</inkml:trace>
  <inkml:trace contextRef="#ctx0" brushRef="#br0" timeOffset="469961.7511">17686 3150 0,'-25'0'0,"0"0"15,1-25 17,-1 25-17,0 0-15,0 0 16,-24 0 0,24 25-16,0 0 15,0-25-15,0 25 16,1-25-16,-1 25 15,0-1-15,0-24 16,0 0-16,1 25 16,-1-25-1,-25 25 1,50 0-16,-25-25 16,1 0-1,-1 0-15,25 25 16</inkml:trace>
  <inkml:trace contextRef="#ctx0" brushRef="#br0" timeOffset="470858.7769">17835 3547 0,'0'0'0,"-25"0"63,-24 25-1,24-25-31,25 25-31,-25-1 0,0-24 16,0 25 0,0 0-1,1-25 1,-1 0-16,0 25 15,0 0 1,0-25-16,1 0 16,-1 0-1,0 0 1,0 25 15,0-25 94</inkml:trace>
  <inkml:trace contextRef="#ctx0" brushRef="#br0" timeOffset="472371.9431">18058 3249 0,'-25'0'15,"1"-24"17,-1 24 61,25 24-77,0 1 15,0 0-15,0 0 0,0 0 30,25-25-30,-1 24 0,1 1 15,0-25 0,0-25 79,-25 1-95,0-26 1,0 25 31,25 25 93,-1 0-124,26 25 0,0 0-1,-26-25-15,1 0 16,0 0-1,0 0 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1-04-06T23:29:39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7392 8037 0,'50'0'63,"24"0"-47,-49 0-16,49 0 15,26 0-15,-26 0 16,0 0-16,26 0 15,-1 0-15,50-25 16,-50 0-16,-25 25 16,26-25-16,24 0 15,-25 25-15,0 0 16,-25 0-16,26 0 16,24-49-1,-25 49-15,0-25 0,0 25 16,50-50-1,0 50-15,-25-49 16,-50 24-16,75 0 16,0 0-16,-50 25 15,50-49-15,-25 24 16,-49 0-16,73-24 16,-24 24-16,25 0 15,-50 0-15,75-24 16,-50-1-16,0 25 15,25-49-15,0-1 16,-50 51-16,50-51 16,-75 26-16,75-26 15,-25 26-15,25-1 16,-99-25-16,-1 51 16,1-26-16,24 25 15,-24-24-15,-1-1 16,1 25-16,-25 0 15,0 1-15,24 24 16,1-75-16,-1 50 16,1 1-16,0-1 15,-26 0 1,26 0-16,0-24 0,-26 24 16,26 0-1,0-25-15,-25 50 16,24-24-16,-24-1 15,0 25-15,24-50 16,-24 50-16,25-25 16,-1 25-16,-24-24 15,0 24-15,25 0 16,-26 0-16,26-25 16,0 25-16,-1 0 15,1 0-15,24-25 16,-49 0-16,25 0 15,-1 25-15,26 0 16,-51 0 0,26-24-16,-25 24 0,25-25 15,-26 25-15,1 0 16,25 0-16,-25 0 16,-1 0-16,1 0 15,25-25-15,-1 25 16,-24 0-1,0 0 1,0-25 0,0 25-1</inkml:trace>
  <inkml:trace contextRef="#ctx0" brushRef="#br0" timeOffset="799.5903">14883 5680 0,'25'0'63,"0"0"-47,0 0-1,-1 0-15,1 0 16,0 0-1,0 0-15,0 0 16,-1 25 15,1-25 32,0 50-48,-25-26 1,0 26 0,0-25-1,0 0 1,0 0-16,0-1 16,-25 1-1,0-25 1,25 25-1,-24 0-15</inkml:trace>
  <inkml:trace contextRef="#ctx0" brushRef="#br0" timeOffset="2212.7731">15826 5581 0,'-25'0'0,"0"0"16,0-25-1,1 25-15,-1 0 16,0 0 0,-25 0-16,25 0 31,1 0 0,-1 0-15,0 0-1,25 25 1,0 0 15,-25-25-31,25 25 16,0-1-1,0 1-15,0 0 16,0 0 0,0 0-1,0-1 1,25-24-16,-25 25 16,25 0-16,0 0 15,-1-25 1,1 25-16,0 0 15,0-25-15,49 49 16,-49-49 0,0 25-16,25-25 15,-26 0-15,1 0 16,0 0-16,25 25 16,-1 0-1,-24-25-15,0 0 16,0 0-1,-1 0-15,1-25 16,25 25-16</inkml:trace>
  <inkml:trace contextRef="#ctx0" brushRef="#br0" timeOffset="3424.0804">16744 5407 0,'0'0'0,"-25"0"16,0 0-1,0 0-15,-25 0 16,26 0-16,-1 0 16,0 0-16,0 0 15,0 0-15,25 25 16,-24-25-16,24 25 16,-25-25-16,0 25 15,0 0 1,25-1-16,-25 1 15,25 0 1,0 0 0,0 24-16,0 1 15,0-25 17,0 0-32,0-1 15,25 1 1,0 0-1,0 0 1,0-25 0,-1 25-16,1 0 15,0-25-15,0 0 16,24 0-16,-24 24 16,0-24-16,50 0 15,-51 0 1,26 0-16,0 0 0,-1 0 15,1 0-15,-25 0 16,24 0-16,-24 0 16,25 0-1,-26-24-15,1 24 16</inkml:trace>
  <inkml:trace contextRef="#ctx0" brushRef="#br0" timeOffset="4216.7302">16793 5755 0,'0'-50'15,"-25"50"32,1 0-31,-26 0-16,0 0 16,-24-25-16,24 25 15,-49 0-15,49 0 16,-49 0-16,50 0 15,-1 0-15,-24 0 16,49 0-16,-25 0 16</inkml:trace>
  <inkml:trace contextRef="#ctx0" brushRef="#br0" timeOffset="8320.4425">17835 5482 0,'0'0'0,"-25"0"16,0 0-1,1 0 1,-1 0 0,0 0-1,0 25 1,25-1 15,0 1-15,0 0-1,0 0 17,0 0-32,0-1 15,0 1-15,0 0 16,0 0 0,25 0-16,-25-1 31,25 1-31,-25 0 15,25-25-15,-25 25 16,24-25-16,-24 25 16,50-25-16,-25 25 15,0-1 1,-1-24-16,1 0 16,0 25-16,0-25 15,24 25 1,-24-25-16,0 0 15,0 0-15,0 0 16,-1 0-16,1 0 16,0 0-16,0-25 15,0 25 1,-1-49-16,-24 24 16,50 25-1,-50-25 1,0 0-16,0 0 15,0 0 1,0 1 0,0-1-1,-25 0-15,0 25 16,25-25 0,-49 0-16,74 50 171,-1-25-155,-24 25-16,25-25 16,0 25-16,25 0 15,-26-25 1,1 24-16,0-24 16,0 0-16,24 25 15,-24 0 1,0-25-16,0 0 15,24 0-15,1 0 16,-25 0-16,24 25 16,-24-25-16,0 0 15,0 0-15,0 0 32,0 0-17,-25-25-15,24 0 16,-24-24-1,0 24 1,0 0-16,0 0 16,0 0-16,0-24 15,-24 24 1,-26-25-16,0 26 16,25-1-16,-24 25 15,-1-25-15,1 0 16,-1 25-16,0 0 15,26 0-15,-1 0 16,0 0-16,-49 0 16,49 0-1,0 0-15,0 0 16,-24 25 0,24 0-1,0 0 16,25-1-15,0 1 0,0 0-1,0 0 1,25 0 0,-25-1-1,25-24-15,-1 25 16,1-25-16,0 0 15,-25 25-15,25-25 16,24 0-16,1 0 16,-25 0-1,0 0-15,-1 0 0,1 0 16,50-25 0,-51 25-16,26-25 15,-25 1-15,24-1 16,1-25 15,-25 25-31,-25 1 16,25-1-16,24 0 31,-49 0-31,0 0 16,25 25-1,-25-24 1,25 24-1,0 0 1,0 0 0,-1 0-1,1 0 1,0 0 0,25 24-1,-26 1 1,1 0-16,25 0 15,-50 0 1,25-1-16,-1 1 31,1 0-15,-25 0 0,0-50 155,0 0-171,0 0 16,0-24-16,0 24 16,0 0-16,0 0 15,0 1-15,0-26 16,0 25 0,25 25 62,0 0-47,0 0 0,-1 25-15,1 0-1,0 0-15,25 24 16,-26-24 0,1 0-1,0-25 1,-25 25-16,25-1 16,0-24-16,-1 25 15,1-25 1,-25 25-16,25-25 15,-25 25-15,50-25 16,-26 0 0,1 0 15,0 0-15,0-25-1,-25-25 1,25 26-1,-25-1-15,0-25 0,0 1 16,0 24 0,0-25-16,0 25 15,0 1-15,-25-1 16,0-25-16,0 25 16,0 1-16,1-1 15,-1 25 1,25 25 78,25-1-94,-25 1 15,74 50-15,-49-51 16,25 26-16,49 0 15,25 49-15,-50-50 16,75 51-16,-75-51 16,50 26-16,-49-1 15,24-24-15,50 74 16,-99-50-16,24-24 16,-24 24-1,-1 1-15,-49-51 16,50 26-16,-25 0 15,-25-1-15,24 1 16,-24-25-16,0 24 0,0-24 31,0 0-15,-24-25-16,-26 0 16,0 0-1,26 0-15,-51 0 16,-49 0-16,50 0 15,-1-50-15,-49 1 16,50 24-16,24-25 16,1 25-16,-26-49 15,50 49-15,1 0 16,-1-74-16,0 74 16,25 1-16,-25-26 15,25-24-15,0 49 16,0 0-16,0-25 15,50 1 1,-50 24-16,49-50 0,-24 51 16,0 24-1,-25-50-15,25 50 16,0-25-16,-1 25 16,1 0 62,0 0 15,0 0-93</inkml:trace>
  <inkml:trace contextRef="#ctx0" brushRef="#br0" timeOffset="8759.1892">20886 5581 0</inkml:trace>
  <inkml:trace contextRef="#ctx0" brushRef="#br0" timeOffset="18849.6389">21109 5631 0,'0'-25'94,"25"25"-32,0-25-46,0 25-16,-1 0 15,26-25 1,-25 0-16,24 25 16,-24-24-1,0-1 1,0 25-16,0-25 16,-1 0-1,1 0 1,0 25-1,0-49 1,0 49 0,-1-25-16,1 25 15,0-25 1,-25 0-16,25 25 16,0-24-16,-1-1 15,-24 0 16,50 25-31,-50-25 16,25 25-16,-25-25 16,25 1-16,24-1 15,-49-25 1,25 50 0,0-25-16,0-24 31,-1 49-16,-24-25-15,25 25 32,-25-25-32,25 0 31,0 25 63</inkml:trace>
  <inkml:trace contextRef="#ctx0" brushRef="#br0" timeOffset="19946.0119">21432 5581 0,'0'25'93,"24"0"-77,1-1-16,0-24 16,49 50-16,-24-25 15,0 0-15,24 24 16,0-24-16,1 0 16,-1 0-16,-24 0 15,24 24-15,-24-24 16,24 0-16,-24 0 15,-25-1-15,49 1 16,-49 0-16,0-25 16,24 25-16,-24 0 31,0-25-31,0 0 16,-25 24-16,25-24 15,-1 0 16,-24 25-15</inkml:trace>
  <inkml:trace contextRef="#ctx0" brushRef="#br0" timeOffset="21586.1926">22622 4490 0,'0'24'109,"0"1"-109,25 25 16,-25-1-16,0-24 15,0 0 1,0 0-16,0 0 16,0-1-1,0 1-15,-50-25 47,26 0-31,-26 0-1,25-25-15,-24 1 16,-26-1-16,50 25 16,1-25-16,-26 25 15,25-25-15,0 0 16,-24 1-16,24 24 15,0 0-15,0-25 16,1 25 0,-1-25-1,0 25 17</inkml:trace>
  <inkml:trace contextRef="#ctx0" brushRef="#br0" timeOffset="30030.2284">23044 5879 0,'25'0'93,"0"0"-93,-25 49 16,24-24-16,1 25 16,-25 24-16,25-49 15,-25 49-15,50-49 16,-50 25-16,0-25 15,0-1-15,24 1 16,-24 0 0,25-25 171</inkml:trace>
  <inkml:trace contextRef="#ctx0" brushRef="#br0" timeOffset="30890.7352">23788 6152 0,'-25'0'31,"0"24"-15,25 1-1,-24-25-15,24 25 16,-25 0-1,0 0-15,25-1 16,-25-24-16,25 25 16,-25-25-16,25 50 15,-74-25-15,49-1 16,0 1-16,-24 0 16,-1 0-16,1 0 15,-26 24-15,26-49 16,-1 25-1,0-25-15,1 50 16,-26-50-16,26 0 16,24 0-1,-25 24-15,25-24 16,1 0 62</inkml:trace>
  <inkml:trace contextRef="#ctx0" brushRef="#br0" timeOffset="31643.4175">23267 5804 0,'0'-25'15,"-25"25"17,1 0-17,-1 0-15,-25 0 16,1 0-1,-26 25-15,50-25 16,-74 25-16,99 0 16,-50-25-16,1 25 15,-1 0-15,1-25 16,24 0-16,0 24 16,-25-24-16,26 25 15,-1-25 1,0 0-1</inkml:trace>
  <inkml:trace contextRef="#ctx0" brushRef="#br0" timeOffset="69032.5775">9674 8434 0,'-25'74'78,"25"0"-62,0 26 0,-24-26-16,-1 75 15,-25 25-15,25-1 0,1 1 16,-1 49 0,0-25-16,25 26 15,0-1-15,-25-25 16,25-24-16,-25 49 15,25 25-15,-24-49 16,-1-1-16,-25-49 16,25 0-16,0 74 15,-24-24-15,24-51 16,-25 51-16,26-75 16,-26 99-16,0 0 15,50-24-15,-74 98 16,74-24-16,-25-74 15,25-1-15,0 100 16,0-100-16,0 100 16,0 0-16,0-75 15,25 50-15,-25-75 16,0 25-16,0 25 16,0-49-16,0-26 15,0-49-15,0 50 16,0-75-16,25 0 15,-25-24-15,25 24 16,-25-49 0,49 24-16,-49-49 0,25 49 15,0-24-15,0 0 16,-1-1 0,1 1-16,25 24 15,-25-49-15,-1 25 16,26-1-1,-25-24-15,25 0 0,-26 0 16,26 24 0,-25-49-16,0 25 0,24 0 15,1 0-15,-25-25 16,-1 0-16,26 0 16,0 0-16,-26 0 15,1 0-15,50 0 16,-26 0-16,26 0 15,-26-25-15,1 0 16,24-25-16,25 26 16,1-26-16,-75 50 15,74-50-15,0 1 16,-49 24 0,24 0-16,0-24 15,-49 49-15,25-50 16,-25 50-16,-1-25 15,26 0-15,-25 25 63,-25-24 31,0-1-47,0-50-47,0 51 15</inkml:trace>
  <inkml:trace contextRef="#ctx0" brushRef="#br0" timeOffset="69834.1287">11212 17611 0,'0'0'0,"25"0"0,24 25 16,1 0-16,0-25 16,-25 50-16,24-50 0,-24 24 15,0-24 1,0 25-16,-1-25 16,1 25-16,-25 0 31,0 0 0,0-1-15,0 26-1,0 0 1,-25-1-16,1 1 16,24-1-1,-25 1-15,0-50 16,25 25-16,0 0 15,-25-1-15,25 1 16,-25-25 78</inkml:trace>
  <inkml:trace contextRef="#ctx0" brushRef="#br0" timeOffset="71281.3479">11783 16942 0,'0'24'16,"24"26"-16,-24 0 15,75 24-15,-50-24 16,-1 24 0,1-24-16,0-1 15,0 1-15,0-1 0,-25-24 32,24 0-32,-24-50 140,0 0-124,0-24-16,25-1 15,-25 25-15,25 1 16,0-1-16,24 0 16,26 0-16,-50 0 15,49 25-15,-49 0 16,49 0-16,-49 0 16,25 0-16,-25 0 15,49 25-15,-74 0 16,50 0-1,-26 0-15,-24-1 16,25 1-16,0 50 0,-25-1 31,0-24-31,0-25 16,0-1 0,0 1-16,-25 0 15,0-25-15,1 0 16,-1 25-16,-25 0 15,1-25-15,24 0 16,0 0-16,0 0 16,-25 0-16,26 0 15,-1 0 1,74 0 125,1 0-126,0 0-15,24 0 16,-24 0-16,-25-25 15,-1 25-15,26 0 16,-25-25 0,0 25-16,-1 0 15,1 0 1,0 0 0,-25-25-1</inkml:trace>
  <inkml:trace contextRef="#ctx0" brushRef="#br0" timeOffset="76856.9407">12924 17512 0,'24'25'62,"1"0"-46,25 0 0,-25-1-16,-1-24 15,1 25-15,0-25 16,0 25-16,24-25 16,1 0-16,0 0 15,24 0-15,-24 0 16,-26 0-16,1 0 15,0 0-15,0 0 16,0-50-16,0 26 16,-25-1-1,0 0-15,0 0 16,24 0-16,-24-24 16,0 24-16,0 0 15,0 0 1,0-24-16,0 24 0,-49-25 15,24 25 1,-25-24-16,-24-1 16,24 25-16,1 1 15,24 24-15,-74-50 16,74 50-16,-25 0 16,25 0-16,-24 0 15,24 0-15,0 0 16,0 25 15,1 0-31,24-1 16,0 1-1,0 25-15,0-1 16,0-24 0,0 0-16,0 25 15,0-26 1,24-24-1,-24 25-15,25 0 16,25-25-16,-25 0 16,-1 25-1,26-25 1,-25 0-16,0 0 16,-1 0-16,26 0 15,-25 0-15,0 0 16,24 0-16,-24 0 15,0-25-15,0 0 16,-1 25 0,1-25-16,0 1 15,0-1-15,-25 0 16,25 0-16,-25 0 16,25 1-1,-1-1-15,-24 0 16,0 0-1,0 0 1,0 1 15,25 24 172,25 49-171,-50-24-32,25 0 15,-1 0-15,1 24 16,0-24-16,-25 0 16,25-25-16,0 49 15,24-24-15,1 0 16,-1 0-1,-24 0-15,0-25 16,25 0 0,-26 24-16,26-24 15,-25 0-15,24 0 16,-24 0 0,0 0-16,25 0 31,-26-24-16,1-1 1,-25 0-16,25 0 16,-25 0-16,0 1 15,25-1 1,-25-25-16,0 25 16,0 1-16,0-51 15,-50 26-15,25 24 16,1-25-16,-1 25 15,-25 1-15,-24-26 16,49 25-16,-49 25 16,49-25-16,-50 25 15,1 0-15,49 0 16,0 0-16,1 0 16,-26 0-1,25 0-15,25 25 16,-25 0-1,1 0-15,24 0 16,0-1-16,0 1 16,0 0-1,0 0 1,0 0 0,0-1-16,24 1 15,1 0 1,0-25-1,0 0 1,0 0-16,24 25 16,1-25-16,-25 0 15,49 0-15,0 0 16,-49 0-16,50-25 16,-51 0-16,1 25 15,25-49-15,-25 49 16,-1-50-16,51-49 15,-50 49-15,-1-24 16,-24 24-16,50-24 16,-50 24-16,0 1 15,0-26-15,0 50 16,0-49-16,0 24 16,0 25-16,0 1 15,0-26-15,-50 25 16,50 0-1,-49-24-15,24 24 16,0 0-16,0 0 16,-24 1-16,24-1 15,0 25-15,0 0 16,25-25-16,-24 25 16,-1 0-1,0 0 1,25 50-16,-25-1 15,25 1 1,0-1-16,0 26 16,0-50-16,0 49 15,0-49-15,25 99 16,0-74-16,0-1 16,49 75-16,-24-49 15,-26-51 1,26 26-16,-25 24 0,24-49 15,-24 0 1,25 25-16,0-26 0,-26 26 16,26-25-16,-25 0 15,0-1 1,24 1-16,1 0 0,-25-25 16,24 0-1,-24 25-15,0 0 16,24-25-16,1 0 15,-25 0 1,24 0 0,1 0-1,-25-50 1,0 50 0,-1-50-16,-24 26 15,0-51 1,25 50-16,-25 1 15,0-26-15,0 0 16,0 26-16,-25-1 16,1-25-16,-1 25 15,0-24-15,0 24 16,-24 0-16,24 0 16,-25 1-16,25 24 15,1-25-15,-26 25 16,25 0-1,0 0-15,1 0 32,24 25-1,0-1-15,0 26-16,0-25 15,0 24-15,0-24 16,24 0-16,-24 25 15,50-1-15,-25-24 16,24 25-16,1-26 16,-25 1-16,49 25 15,-49-50-15,25 0 16,-26 25-16,51-25 16,-50 24-16,-1-24 15,26 0-15,24 0 16,-24 0-1,0 0-15,-1 0 16,26 0-16,-50-24 16,-1 24-16,1 0 15,0-25 1,0 0-16,-25 0 16,0 0-1,0 1 16,0-1 1,25 50 155,-1-25-171,1 0-1,0 0-15,25 0 16,-26 0 0,-24-25-16,50 25 15,-50-25-15,25 25 16,-25-50 0,25 26-1,-25-1 1,0-25-1,0 25 1,0 1 0,0-1-16,0 0 15,-50-25-15,25 26 16,-24-26-16,24 25 16,-25-24-16,-24 24 15,49 25-15,-49-50 16,49 50-16,0 0 15,-25 0 1,1 0 0,24 25-1,25 0 1,-25 0-16,0 24 16,25-24-16,0 25 15,0-26 1,0 1-16,0 25 15,0-25-15,0 24 16,25-24 0,-25 0-16,25 0 15,24-1-15,-24 1 16,25 0 0,0 0-16,-26 0 15,51-1-15,-26 1 16,-24 0-16,0-25 15,25 0-15,-26 0 16,1 0 0,0 0 15,0 0-15,-25-50-16,25 26 15,-25-1-15,0-25 16,0 25-16,0 1 15,24-1 1,-24 0 0,0 0 140,25 25-94,0 0-46,0 25-16,0-25 16,-1 0-16,51 25 15,-50-25-15,-1 0 16,26 0-16,0 0 16,-26 0-1,1-25 32,-25 0-47,0-24 16,0 24-16,0-25 15,0 25-15,0-24 16,0 24-16,0-25 16,-25 26-1,1-1-15,24 0 16,0 0 46,24 25 16,1 0-62,25 25-16,-25-25 16,49 50-16,-24-50 15,-1 24-15,-49 1 16,50 0-16,-50 0 16,25 0 15,-25-1 16,0 1-32,0 0 17,-25-25 77,0-25-93,0 0-16,1 1 15,-1-26-15,0 50 16,25-25-16,0 0 15,0 1-15,-25-1 16,25 0 0,0 0-1,0 0 17,25 25-32,0 0 0,-25-24 15,25 24-15,-1 0 16,1 0-1,0 0 1,25 0-16,-1 0 16,1 0-1,-25 0-15,-1 0 16,26 0-16,-25 24 16,0-24-16,-1 0 15,26 25 1,-25 0-16,0-25 15,-1 50-15,1-50 16,0 24-16,-25 1 16,25 0-16,0 0 15,-1-25-15,-24 49 16,25-49 0,-25 25-16,0 0 0,25 0 15,-25 0 1,0-1 93,25-24-31</inkml:trace>
  <inkml:trace contextRef="#ctx0" brushRef="#br0" timeOffset="78442.0325">17984 16421 0,'0'-25'16,"-25"25"0,0-25-1,0 25 17,25-25-32,-24 0 15,-26 25 1,0 0-1,26 0-15,-1 0 16,0 0-16,-25 0 16,1 0-16,24 0 15,-25 0 1,25 25 0,25 0-1,0 0-15,-24 0 31,24 0-31,0-1 16,0 1-16,0 25 16,0-25-16,0-1 15,0 1-15,0 0 16,0 0-16,0 0 16,0-1 15,0 1-16,0 0-15,24 0 16,1 0 15,0-25-15,-25 24-16,25-24 16,0 0-1,-1 0-15,1 0 16,0 0-1,-25-24 1,25 24-16,0-50 16,0 25-1,-25 0 1,24 1-16,1-26 16,-25 25-1,0 0 1,0 1-1,0-1 1,0 0-16,0 0 16,0 0-1,0 1-15,0-1 16,0 0 0,0 50 124,25 0-140,0-1 16,24 1-16,1 0 15,-50 0 1,50 0-16,-26-1 16,1 1-16,0 25 15,0-50-15,24 25 16,-24-25 0,0 24-1,25-24 1,-26 25-1,1-25 1,0 0-16,0 0 16,0 0-1,24 0-15,-24 0 16,0 0-16,0 0 16,-25-25-16,24 25 15,-24-24 1,25 24 15,-50 0 47,1 24-62,-26 26-1</inkml:trace>
  <inkml:trace contextRef="#ctx0" brushRef="#br0" timeOffset="79778.2665">18976 16421 0,'0'-25'109,"0"-50"-109,50 26 16,-50-1-16,49-24 16,26-50-16,-51 49 15,26 26-15,-25-1 16,49 1-16,-49-51 15,49 51-15,-24-1 16,-25 25-16,0 1 16,-1-26-16,26 50 15,-50-25-15,25 0 16,0 1 0,-1 24-16,1-25 31,-25 50 63,0-1-94,0 26 15</inkml:trace>
  <inkml:trace contextRef="#ctx0" brushRef="#br0" timeOffset="80676.764">19075 16619 0,'50'0'62,"-1"0"-46,26 25-16,49 25 16,-25 24-16,50-49 15,-25 49-15,25 1 16,-75-51-1,1 26-15,-1-50 16,50 50-16,-74-26 16,-1 1-16,1-25 15,-1 25-15,1 0 16,-25-25-16,0 0 16,24 25-16,-24-25 15,0 24-15,0-24 31,-50 0 63,-25-24-78</inkml:trace>
  <inkml:trace contextRef="#ctx0" brushRef="#br0" timeOffset="81769.1978">20539 15329 0,'0'25'93,"0"50"-93,24-51 16,-24 51-16,0-26 16,0 1-16,0-25 15,0 49-15,0-49 16,0 0-16,0 24 16,-24-24-1,-1-25 1,-25 0-1,25 0-15,-74 0 16,50 0-16,-26-25 16,-24-24-16,25 24 15,49 25-15,-50-25 16,51 25 0,24-25-16,0 1 15,-25 24 16,25-25 173</inkml:trace>
  <inkml:trace contextRef="#ctx0" brushRef="#br0" timeOffset="83881.0941">20911 16768 0,'0'50'94,"49"-1"-94,-49-24 15,75 49-15,-75-49 16,49 25-1,-49-25-15,25-1 16,0 1-16,-25 0 16,25-25-16,-25 25 15,25 0 1,-1-1 0,-24 1-1,25 0 1,0 25 15,0-50 125,-25-25-140,49 25 0,-49-25-16,-24 50 171,24 0-155,-25-25-16,25-25 172,0-25-141,0 25-31,0 1 63,25 24-32,-50 0 188,-25 49-219,1 1 15,-1 24-15,25-49 16,-24 0-16,49 0 16,-25-1-16,0 1 15,0-25 1</inkml:trace>
  <inkml:trace contextRef="#ctx0" brushRef="#br0" timeOffset="85157.4748">21035 16346 0,'0'25'234,"0"0"-234,0 0 16,-50 74-16,1-49 15,-1 49-15,0-25 16,1 1-16,-26-1 15,1 25-15,49-74 16,0 25-16,-24-50 16,24 49-16,0-49 15,25 25 1,-25-25-16,0 25 31,25 0-31,-24-25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2498" cy="50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anose="02020603050405020304" pitchFamily="18" charset="0"/>
              </a:defRPr>
            </a:lvl1pPr>
          </a:lstStyle>
          <a:p>
            <a:endParaRPr lang="en-US" altLang="pt-B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503" y="0"/>
            <a:ext cx="2972498" cy="50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anose="02020603050405020304" pitchFamily="18" charset="0"/>
              </a:defRPr>
            </a:lvl1pPr>
          </a:lstStyle>
          <a:p>
            <a:endParaRPr lang="en-US" altLang="pt-BR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9300"/>
            <a:ext cx="4999038" cy="3751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615" y="4751278"/>
            <a:ext cx="5028771" cy="450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00847"/>
            <a:ext cx="2972498" cy="50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anose="02020603050405020304" pitchFamily="18" charset="0"/>
              </a:defRPr>
            </a:lvl1pPr>
          </a:lstStyle>
          <a:p>
            <a:endParaRPr lang="en-US" altLang="pt-B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503" y="9500847"/>
            <a:ext cx="2972498" cy="50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03" tIns="48001" rIns="96003" bIns="4800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anose="02020603050405020304" pitchFamily="18" charset="0"/>
              </a:defRPr>
            </a:lvl1pPr>
          </a:lstStyle>
          <a:p>
            <a:fld id="{15A90B78-36EA-44BE-972B-05C119ED93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55712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90B78-36EA-44BE-972B-05C119ED9363}" type="slidenum">
              <a:rPr lang="en-US" altLang="pt-BR" smtClean="0"/>
              <a:pPr/>
              <a:t>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0833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90B78-36EA-44BE-972B-05C119ED9363}" type="slidenum">
              <a:rPr lang="en-US" altLang="pt-BR" smtClean="0"/>
              <a:pPr/>
              <a:t>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735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90B78-36EA-44BE-972B-05C119ED9363}" type="slidenum">
              <a:rPr lang="en-US" altLang="pt-BR" smtClean="0"/>
              <a:pPr/>
              <a:t>37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5065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90B78-36EA-44BE-972B-05C119ED9363}" type="slidenum">
              <a:rPr lang="en-US" altLang="pt-BR" smtClean="0"/>
              <a:pPr/>
              <a:t>38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816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altLang="pt-BR"/>
              <a:t>Débora Pelicano Diniz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2C971BE-1F97-4F97-8D42-ACABE3D80B44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2190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172" y="76204"/>
            <a:ext cx="6748541" cy="1485900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861" y="1669774"/>
            <a:ext cx="8242852" cy="4783612"/>
          </a:xfrm>
        </p:spPr>
        <p:txBody>
          <a:bodyPr/>
          <a:lstStyle>
            <a:lvl1pPr>
              <a:defRPr sz="2400"/>
            </a:lvl1pPr>
            <a:lvl2pPr>
              <a:defRPr sz="2200" i="0"/>
            </a:lvl2pPr>
            <a:lvl3pPr>
              <a:defRPr sz="2000"/>
            </a:lvl3pPr>
            <a:lvl4pPr>
              <a:defRPr i="0"/>
            </a:lvl4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2433" y="6561056"/>
            <a:ext cx="4710623" cy="296944"/>
          </a:xfrm>
        </p:spPr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561056"/>
            <a:ext cx="496241" cy="296944"/>
          </a:xfrm>
        </p:spPr>
        <p:txBody>
          <a:bodyPr/>
          <a:lstStyle/>
          <a:p>
            <a:fld id="{85A817E6-ED1C-441F-8F75-50D1DEC5CC6E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95" y="145982"/>
            <a:ext cx="1531649" cy="61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2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802F84-7E67-4C29-BBED-FC914278B3F3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2628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43A8-A853-40EA-AEEB-C1EC56AEBC7E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247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1ABF-45A6-43DC-91DE-2AB204B0E222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994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D69C-B4D0-4627-B4F5-CAA05818FC62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96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C49B-4ACB-465E-A2BE-7AC05D9EC53C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496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2EFF2B-952B-45F2-97F8-F38F13CF2085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874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93F0A-19A7-48FB-A34C-697D1DB5BF80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394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2FBD-E275-4CD3-ADE5-C47F0356F3B8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70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6E34-A72B-4E93-B56B-6FE957532FD6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32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r>
              <a:rPr lang="en-US" altLang="pt-BR"/>
              <a:t>Débora Pelicano Diniz</a:t>
            </a:r>
            <a:endParaRPr lang="en-US" altLang="pt-BR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5E127451-763B-4D8D-8F65-E9537FCBD39A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5271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36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8.emf"/><Relationship Id="rId4" Type="http://schemas.openxmlformats.org/officeDocument/2006/relationships/customXml" Target="../ink/ink5.xml"/><Relationship Id="rId9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2.emf"/><Relationship Id="rId4" Type="http://schemas.openxmlformats.org/officeDocument/2006/relationships/customXml" Target="../ink/ink9.xml"/><Relationship Id="rId9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customXml" Target="../ink/ink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2131359"/>
            <a:ext cx="7329487" cy="1800562"/>
          </a:xfrm>
        </p:spPr>
        <p:txBody>
          <a:bodyPr/>
          <a:lstStyle/>
          <a:p>
            <a:r>
              <a:rPr lang="en-US" altLang="en-US" sz="4500" dirty="0" err="1"/>
              <a:t>Técnicas</a:t>
            </a:r>
            <a:r>
              <a:rPr lang="en-US" altLang="en-US" sz="4500" dirty="0"/>
              <a:t> de testes de software</a:t>
            </a:r>
            <a:endParaRPr lang="en-US" altLang="pt-BR" sz="30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0112" y="5328356"/>
            <a:ext cx="7329487" cy="77240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altLang="pt-BR" sz="2000" dirty="0" err="1"/>
              <a:t>Débora</a:t>
            </a:r>
            <a:r>
              <a:rPr lang="en-US" altLang="pt-BR" sz="2000" dirty="0"/>
              <a:t> </a:t>
            </a:r>
            <a:r>
              <a:rPr lang="en-US" altLang="pt-BR" sz="2000" dirty="0" err="1"/>
              <a:t>Pelicano</a:t>
            </a:r>
            <a:r>
              <a:rPr lang="en-US" altLang="pt-BR" sz="2000" dirty="0"/>
              <a:t> Diniz</a:t>
            </a:r>
          </a:p>
          <a:p>
            <a:pPr algn="ctr">
              <a:lnSpc>
                <a:spcPct val="30000"/>
              </a:lnSpc>
            </a:pPr>
            <a:endParaRPr lang="en-US" altLang="pt-BR" sz="2000" dirty="0"/>
          </a:p>
          <a:p>
            <a:pPr algn="ctr"/>
            <a:r>
              <a:rPr lang="en-US" altLang="pt-BR" sz="1600" dirty="0"/>
              <a:t>deboradiniz@facef.br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515" y="95246"/>
            <a:ext cx="3757612" cy="1507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170172" y="76204"/>
            <a:ext cx="6748541" cy="995359"/>
          </a:xfrm>
        </p:spPr>
        <p:txBody>
          <a:bodyPr>
            <a:normAutofit fontScale="90000"/>
          </a:bodyPr>
          <a:lstStyle/>
          <a:p>
            <a:r>
              <a:rPr lang="pt-BR" altLang="pt-BR" dirty="0"/>
              <a:t>SQA no Processo de Desenvolvimento</a:t>
            </a:r>
          </a:p>
        </p:txBody>
      </p:sp>
      <p:pic>
        <p:nvPicPr>
          <p:cNvPr id="1638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5517" y="1071563"/>
            <a:ext cx="8113196" cy="5461143"/>
          </a:xfrm>
          <a:noFill/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732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782"/>
    </mc:Choice>
    <mc:Fallback xmlns="">
      <p:transition spd="slow" advTm="70782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Testes de Software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1028700" y="1143001"/>
            <a:ext cx="7697857" cy="5472112"/>
          </a:xfrm>
        </p:spPr>
        <p:txBody>
          <a:bodyPr>
            <a:normAutofit fontScale="92500" lnSpcReduction="20000"/>
          </a:bodyPr>
          <a:lstStyle/>
          <a:p>
            <a:r>
              <a:rPr lang="pt-BR" altLang="pt-BR" u="sng" dirty="0"/>
              <a:t>Principal Objetivo</a:t>
            </a:r>
            <a:r>
              <a:rPr lang="pt-BR" altLang="pt-BR" dirty="0"/>
              <a:t>: projetar casos de testes que tenham grande probabilidade de encontrar erros, sem redundância.</a:t>
            </a:r>
          </a:p>
          <a:p>
            <a:r>
              <a:rPr lang="pt-BR" altLang="pt-BR" dirty="0"/>
              <a:t>Determinar entradas que façam as saídas obtidas diferirem das saídas esperadas, segundo a especificação.</a:t>
            </a:r>
          </a:p>
          <a:p>
            <a:r>
              <a:rPr lang="pt-BR" altLang="pt-BR" dirty="0"/>
              <a:t>Uma das atividades mais onerosas do desenvolvimento de software.</a:t>
            </a:r>
          </a:p>
          <a:p>
            <a:r>
              <a:rPr lang="pt-BR" altLang="pt-BR" dirty="0"/>
              <a:t>Atividade relevante para avaliação de produtos de software (ISO 9126, ISO 14598-5).</a:t>
            </a:r>
          </a:p>
          <a:p>
            <a:r>
              <a:rPr lang="pt-BR" altLang="pt-BR" dirty="0"/>
              <a:t>É um processo destrutivo, sob o ponto de vista psicológico, contrariamente às demais fases da Engenharia de Software, em que constrói-se um produto.</a:t>
            </a:r>
          </a:p>
          <a:p>
            <a:r>
              <a:rPr lang="pt-BR" altLang="pt-BR" dirty="0"/>
              <a:t>A visão de testes de software tem evoluído para uma mais construtiva. </a:t>
            </a:r>
          </a:p>
          <a:p>
            <a:r>
              <a:rPr lang="pt-BR" altLang="pt-BR" dirty="0"/>
              <a:t>É uma atividade que deve abranger todo o processo de desenvolvimento e manutenção e ele é parte importante da construção do produto.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857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837"/>
    </mc:Choice>
    <mc:Fallback xmlns="">
      <p:transition spd="slow" advTm="1948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Testes de Software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1028700" y="1014413"/>
            <a:ext cx="7697857" cy="5586412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Atividades</a:t>
            </a:r>
            <a:r>
              <a:rPr lang="en-US" altLang="pt-BR" dirty="0"/>
              <a:t> de Teste:</a:t>
            </a:r>
          </a:p>
          <a:p>
            <a:pPr lvl="1"/>
            <a:r>
              <a:rPr lang="en-US" altLang="pt-BR" dirty="0" err="1"/>
              <a:t>Planejamento</a:t>
            </a:r>
            <a:r>
              <a:rPr lang="en-US" altLang="pt-BR" dirty="0"/>
              <a:t>;</a:t>
            </a:r>
          </a:p>
          <a:p>
            <a:pPr lvl="1"/>
            <a:r>
              <a:rPr lang="en-US" altLang="pt-BR" dirty="0" err="1"/>
              <a:t>Projeto</a:t>
            </a:r>
            <a:r>
              <a:rPr lang="en-US" altLang="pt-BR" dirty="0"/>
              <a:t> de </a:t>
            </a:r>
            <a:r>
              <a:rPr lang="en-US" altLang="pt-BR" dirty="0" err="1"/>
              <a:t>Casos</a:t>
            </a:r>
            <a:r>
              <a:rPr lang="en-US" altLang="pt-BR" dirty="0"/>
              <a:t> de Teste;</a:t>
            </a:r>
          </a:p>
          <a:p>
            <a:pPr lvl="1"/>
            <a:r>
              <a:rPr lang="en-US" altLang="pt-BR" dirty="0" err="1"/>
              <a:t>Execução</a:t>
            </a:r>
            <a:r>
              <a:rPr lang="en-US" altLang="pt-BR" dirty="0"/>
              <a:t> de </a:t>
            </a:r>
            <a:r>
              <a:rPr lang="en-US" altLang="pt-BR" dirty="0" err="1"/>
              <a:t>Casos</a:t>
            </a:r>
            <a:r>
              <a:rPr lang="en-US" altLang="pt-BR" dirty="0"/>
              <a:t> de Teste;</a:t>
            </a:r>
          </a:p>
          <a:p>
            <a:pPr lvl="1"/>
            <a:r>
              <a:rPr lang="en-US" altLang="pt-BR" dirty="0" err="1"/>
              <a:t>Análise</a:t>
            </a:r>
            <a:r>
              <a:rPr lang="en-US" altLang="pt-BR" dirty="0"/>
              <a:t> de </a:t>
            </a:r>
            <a:r>
              <a:rPr lang="en-US" altLang="pt-BR" dirty="0" err="1"/>
              <a:t>Resultados</a:t>
            </a:r>
            <a:r>
              <a:rPr lang="en-US" altLang="pt-BR" dirty="0"/>
              <a:t>.</a:t>
            </a:r>
          </a:p>
          <a:p>
            <a:pPr lvl="1"/>
            <a:endParaRPr lang="en-US" altLang="pt-BR" dirty="0"/>
          </a:p>
          <a:p>
            <a:r>
              <a:rPr lang="pt-BR" altLang="pt-BR" dirty="0"/>
              <a:t>Inexistência de erro:</a:t>
            </a:r>
          </a:p>
          <a:p>
            <a:pPr lvl="1"/>
            <a:r>
              <a:rPr lang="pt-BR" altLang="pt-BR" dirty="0"/>
              <a:t>Software é de alta Qualidade?</a:t>
            </a:r>
          </a:p>
          <a:p>
            <a:pPr lvl="1"/>
            <a:r>
              <a:rPr lang="pt-BR" altLang="pt-BR" dirty="0"/>
              <a:t>Conjunto de Casos de Testes é de baixa Qualidade?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81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469"/>
    </mc:Choice>
    <mc:Fallback xmlns="">
      <p:transition spd="slow" advTm="331469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Técnicas de Testes de Software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2400293" y="2501152"/>
            <a:ext cx="4642596" cy="1606925"/>
            <a:chOff x="1237129" y="1936376"/>
            <a:chExt cx="6190128" cy="2142566"/>
          </a:xfrm>
        </p:grpSpPr>
        <p:sp>
          <p:nvSpPr>
            <p:cNvPr id="2" name="Retângulo 1"/>
            <p:cNvSpPr/>
            <p:nvPr/>
          </p:nvSpPr>
          <p:spPr>
            <a:xfrm>
              <a:off x="1237129" y="1936376"/>
              <a:ext cx="2474260" cy="2138083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8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Não é possível testar exaustivamente o software</a:t>
              </a:r>
            </a:p>
          </p:txBody>
        </p:sp>
        <p:sp>
          <p:nvSpPr>
            <p:cNvPr id="3" name="Seta para a direita 2"/>
            <p:cNvSpPr/>
            <p:nvPr/>
          </p:nvSpPr>
          <p:spPr>
            <a:xfrm>
              <a:off x="3832416" y="2554943"/>
              <a:ext cx="978408" cy="712693"/>
            </a:xfrm>
            <a:prstGeom prst="rightArrow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4952997" y="1940859"/>
              <a:ext cx="2474260" cy="213808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700" b="1" dirty="0">
                  <a:solidFill>
                    <a:schemeClr val="bg2"/>
                  </a:solidFill>
                </a:rPr>
                <a:t>Técnicas de testes</a:t>
              </a:r>
            </a:p>
          </p:txBody>
        </p: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080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72"/>
    </mc:Choice>
    <mc:Fallback xmlns="">
      <p:transition spd="slow" advTm="73472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Técnicas de Testes - </a:t>
            </a:r>
            <a:r>
              <a:rPr lang="pt-BR" altLang="pt-BR" sz="3000" dirty="0"/>
              <a:t>Classificação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>
          <a:xfrm>
            <a:off x="1028700" y="1157288"/>
            <a:ext cx="7697857" cy="5414962"/>
          </a:xfrm>
        </p:spPr>
        <p:txBody>
          <a:bodyPr>
            <a:normAutofit/>
          </a:bodyPr>
          <a:lstStyle/>
          <a:p>
            <a:r>
              <a:rPr lang="pt-BR" altLang="pt-BR" dirty="0"/>
              <a:t>A classificação depende da base para gerar os testes:</a:t>
            </a:r>
          </a:p>
          <a:p>
            <a:pPr lvl="1"/>
            <a:r>
              <a:rPr lang="pt-BR" altLang="pt-BR" dirty="0"/>
              <a:t>na especificação;</a:t>
            </a:r>
          </a:p>
          <a:p>
            <a:pPr lvl="1"/>
            <a:r>
              <a:rPr lang="pt-BR" altLang="pt-BR" dirty="0"/>
              <a:t>na estrutura do código; </a:t>
            </a:r>
          </a:p>
          <a:p>
            <a:pPr lvl="1"/>
            <a:r>
              <a:rPr lang="pt-BR" altLang="pt-BR" dirty="0"/>
              <a:t>na intuição, considerando a experiência do engenheiro de software;</a:t>
            </a:r>
          </a:p>
          <a:p>
            <a:pPr lvl="1"/>
            <a:r>
              <a:rPr lang="pt-BR" altLang="pt-BR" dirty="0"/>
              <a:t>nas falhas a serem descobertas; </a:t>
            </a:r>
          </a:p>
          <a:p>
            <a:pPr lvl="1"/>
            <a:r>
              <a:rPr lang="pt-BR" altLang="pt-BR" dirty="0"/>
              <a:t>no uso; ou</a:t>
            </a:r>
          </a:p>
          <a:p>
            <a:pPr lvl="1"/>
            <a:r>
              <a:rPr lang="pt-BR" altLang="pt-BR" dirty="0"/>
              <a:t>na natureza da aplicação. </a:t>
            </a:r>
          </a:p>
          <a:p>
            <a:r>
              <a:rPr lang="pt-BR" altLang="pt-BR" dirty="0"/>
              <a:t>É muito importante combinar técnicas. 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6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2000520" y="1723320"/>
              <a:ext cx="2250360" cy="15228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680" y="1659960"/>
                <a:ext cx="2282040" cy="27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82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714"/>
    </mc:Choice>
    <mc:Fallback xmlns="">
      <p:transition spd="slow" advTm="169714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de Teste </a:t>
            </a:r>
            <a:r>
              <a:rPr lang="en-US" altLang="pt-BR" dirty="0" err="1"/>
              <a:t>Funcional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Caixa</a:t>
            </a:r>
            <a:r>
              <a:rPr lang="en-US" altLang="pt-BR" dirty="0"/>
              <a:t> </a:t>
            </a:r>
            <a:r>
              <a:rPr lang="en-US" altLang="pt-BR" dirty="0" err="1"/>
              <a:t>Preta</a:t>
            </a:r>
            <a:endParaRPr lang="en-US" altLang="pt-BR" dirty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400175"/>
            <a:ext cx="8126481" cy="5300663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Os</a:t>
            </a:r>
            <a:r>
              <a:rPr lang="en-US" altLang="pt-BR" dirty="0"/>
              <a:t> </a:t>
            </a:r>
            <a:r>
              <a:rPr lang="en-US" altLang="pt-BR" dirty="0" err="1"/>
              <a:t>requisitos</a:t>
            </a:r>
            <a:r>
              <a:rPr lang="en-US" altLang="pt-BR" dirty="0"/>
              <a:t> de teste </a:t>
            </a:r>
            <a:r>
              <a:rPr lang="en-US" altLang="pt-BR" dirty="0" err="1"/>
              <a:t>são</a:t>
            </a:r>
            <a:r>
              <a:rPr lang="en-US" altLang="pt-BR" dirty="0"/>
              <a:t> </a:t>
            </a:r>
            <a:r>
              <a:rPr lang="en-US" altLang="pt-BR" dirty="0" err="1"/>
              <a:t>extraídos</a:t>
            </a:r>
            <a:r>
              <a:rPr lang="en-US" altLang="pt-BR" dirty="0"/>
              <a:t> da </a:t>
            </a:r>
            <a:r>
              <a:rPr lang="en-US" altLang="pt-BR" dirty="0" err="1"/>
              <a:t>especificação</a:t>
            </a:r>
            <a:r>
              <a:rPr lang="en-US" altLang="pt-BR" dirty="0"/>
              <a:t> do software.</a:t>
            </a:r>
          </a:p>
          <a:p>
            <a:r>
              <a:rPr lang="pt-BR" altLang="pt-BR" dirty="0"/>
              <a:t>Aborda o software de um ponto de vista macroscópico, na visão do usuário.</a:t>
            </a:r>
          </a:p>
          <a:p>
            <a:r>
              <a:rPr lang="pt-BR" altLang="pt-BR" dirty="0"/>
              <a:t>Problema:</a:t>
            </a:r>
          </a:p>
          <a:p>
            <a:pPr lvl="1"/>
            <a:r>
              <a:rPr lang="pt-BR" altLang="pt-BR" dirty="0"/>
              <a:t>Dificuldade em quantificar a atividade de teste - não se pode garantir que partes essenciais ou críticas do software foram executadas.</a:t>
            </a:r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7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6054480" y="509040"/>
              <a:ext cx="2063160" cy="15228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8640" y="445320"/>
                <a:ext cx="20948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/>
              <p14:cNvContentPartPr/>
              <p14:nvPr/>
            </p14:nvContentPartPr>
            <p14:xfrm>
              <a:off x="6099120" y="1776960"/>
              <a:ext cx="2027520" cy="89640"/>
            </p14:xfrm>
          </p:contentPart>
        </mc:Choice>
        <mc:Fallback>
          <p:pic>
            <p:nvPicPr>
              <p:cNvPr id="5" name="Tinta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3280" y="1713600"/>
                <a:ext cx="2059200" cy="2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8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139"/>
    </mc:Choice>
    <mc:Fallback xmlns="">
      <p:transition spd="slow" advTm="208139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de Teste </a:t>
            </a:r>
            <a:r>
              <a:rPr lang="en-US" altLang="pt-BR" dirty="0" err="1"/>
              <a:t>Funcional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Caixa</a:t>
            </a:r>
            <a:r>
              <a:rPr lang="en-US" altLang="pt-BR" dirty="0"/>
              <a:t> </a:t>
            </a:r>
            <a:r>
              <a:rPr lang="en-US" altLang="pt-BR" dirty="0" err="1"/>
              <a:t>Preta</a:t>
            </a:r>
            <a:endParaRPr lang="en-US" altLang="pt-BR" dirty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400175"/>
            <a:ext cx="8126481" cy="5056896"/>
          </a:xfrm>
        </p:spPr>
        <p:txBody>
          <a:bodyPr>
            <a:normAutofit fontScale="92500" lnSpcReduction="10000"/>
          </a:bodyPr>
          <a:lstStyle/>
          <a:p>
            <a:r>
              <a:rPr lang="en-US" altLang="pt-BR" dirty="0" err="1"/>
              <a:t>Métodos</a:t>
            </a:r>
            <a:r>
              <a:rPr lang="en-US" altLang="pt-BR" dirty="0"/>
              <a:t>:</a:t>
            </a:r>
          </a:p>
          <a:p>
            <a:pPr lvl="1"/>
            <a:r>
              <a:rPr lang="pt-BR" altLang="pt-BR" b="1" dirty="0" err="1"/>
              <a:t>Particionamento</a:t>
            </a:r>
            <a:r>
              <a:rPr lang="pt-BR" altLang="pt-BR" b="1" dirty="0"/>
              <a:t> em classes de equivalência </a:t>
            </a:r>
            <a:r>
              <a:rPr lang="pt-BR" altLang="pt-BR" dirty="0"/>
              <a:t>- O domínio de entrada é subdividido em classes equivalentes, e um conjunto representativo dos testes é considerado de cada classe.</a:t>
            </a:r>
          </a:p>
          <a:p>
            <a:pPr lvl="1"/>
            <a:r>
              <a:rPr lang="pt-BR" altLang="pt-BR" b="1" dirty="0"/>
              <a:t>Análise do valor limite </a:t>
            </a:r>
            <a:r>
              <a:rPr lang="pt-BR" altLang="pt-BR" dirty="0"/>
              <a:t>– É uma extensão da técnica de </a:t>
            </a:r>
            <a:r>
              <a:rPr lang="pt-BR" altLang="pt-BR" dirty="0" err="1"/>
              <a:t>particionamento</a:t>
            </a:r>
            <a:r>
              <a:rPr lang="pt-BR" altLang="pt-BR" dirty="0"/>
              <a:t> em classes de equivalência, mas os casos de teste são escolhidos nos limites do domínio da entrada das variáveis.</a:t>
            </a:r>
          </a:p>
          <a:p>
            <a:pPr lvl="1"/>
            <a:r>
              <a:rPr lang="pt-BR" altLang="pt-BR" b="1" dirty="0"/>
              <a:t>Tabela de decisão </a:t>
            </a:r>
            <a:r>
              <a:rPr lang="pt-BR" altLang="pt-BR" dirty="0"/>
              <a:t>- As tabelas de decisão representam relacionamentos lógicos entre condições (entradas) e ações (saídas). Os casos de teste são derivados considerando cada combinação possível de condições e de ações. </a:t>
            </a:r>
          </a:p>
          <a:p>
            <a:pPr lvl="1"/>
            <a:r>
              <a:rPr lang="pt-BR" altLang="pt-BR" b="1" dirty="0"/>
              <a:t>Baseada em máquina de estado finito ou em grafo </a:t>
            </a:r>
            <a:r>
              <a:rPr lang="pt-BR" altLang="pt-BR" dirty="0"/>
              <a:t>- Modelando um programa como uma máquina de estado finito (grafo), os testes podem ser selecionados de modo a descobrir se todos os objetos têm as relações esperadas uns com os outros.</a:t>
            </a:r>
          </a:p>
          <a:p>
            <a:pPr lvl="1"/>
            <a:r>
              <a:rPr lang="pt-BR" altLang="pt-BR" b="1" dirty="0"/>
              <a:t> e outros...</a:t>
            </a:r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8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2419920" y="580320"/>
              <a:ext cx="5501160" cy="4500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4080" y="516960"/>
                <a:ext cx="55328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/>
              <p14:cNvContentPartPr/>
              <p14:nvPr/>
            </p14:nvContentPartPr>
            <p14:xfrm>
              <a:off x="4188240" y="3268440"/>
              <a:ext cx="3036240" cy="45000"/>
            </p14:xfrm>
          </p:contentPart>
        </mc:Choice>
        <mc:Fallback>
          <p:pic>
            <p:nvPicPr>
              <p:cNvPr id="5" name="Tinta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2400" y="3204720"/>
                <a:ext cx="30679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Tinta 5"/>
              <p14:cNvContentPartPr/>
              <p14:nvPr/>
            </p14:nvContentPartPr>
            <p14:xfrm>
              <a:off x="1652040" y="4464720"/>
              <a:ext cx="661320" cy="360"/>
            </p14:xfrm>
          </p:contentPart>
        </mc:Choice>
        <mc:Fallback>
          <p:pic>
            <p:nvPicPr>
              <p:cNvPr id="6" name="Tinta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36200" y="4401360"/>
                <a:ext cx="6930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Tinta 6"/>
              <p14:cNvContentPartPr/>
              <p14:nvPr/>
            </p14:nvContentPartPr>
            <p14:xfrm>
              <a:off x="6509880" y="5000760"/>
              <a:ext cx="518400" cy="9000"/>
            </p14:xfrm>
          </p:contentPart>
        </mc:Choice>
        <mc:Fallback>
          <p:pic>
            <p:nvPicPr>
              <p:cNvPr id="7" name="Tinta 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4040" y="4937040"/>
                <a:ext cx="550080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8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139"/>
    </mc:Choice>
    <mc:Fallback xmlns="">
      <p:transition spd="slow" advTm="208139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Particionamento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Classes de </a:t>
            </a:r>
            <a:r>
              <a:rPr lang="en-US" altLang="pt-BR" dirty="0" err="1"/>
              <a:t>Equivalência</a:t>
            </a:r>
            <a:r>
              <a:rPr lang="en-US" altLang="pt-BR" dirty="0"/>
              <a:t> 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4"/>
            <a:ext cx="8242852" cy="4787297"/>
          </a:xfrm>
        </p:spPr>
        <p:txBody>
          <a:bodyPr>
            <a:normAutofit lnSpcReduction="10000"/>
          </a:bodyPr>
          <a:lstStyle/>
          <a:p>
            <a:r>
              <a:rPr kumimoji="0" lang="en-US" altLang="pt-BR" dirty="0" err="1"/>
              <a:t>Descrição</a:t>
            </a:r>
            <a:r>
              <a:rPr kumimoji="0" lang="en-US" altLang="pt-BR" dirty="0"/>
              <a:t>:</a:t>
            </a:r>
          </a:p>
          <a:p>
            <a:pPr lvl="1"/>
            <a:r>
              <a:rPr kumimoji="0" lang="en-US" altLang="pt-BR" dirty="0"/>
              <a:t>divide o </a:t>
            </a:r>
            <a:r>
              <a:rPr kumimoji="0" lang="en-US" altLang="pt-BR" dirty="0" err="1"/>
              <a:t>domínio</a:t>
            </a:r>
            <a:r>
              <a:rPr kumimoji="0" lang="en-US" altLang="pt-BR" dirty="0"/>
              <a:t> de entrada </a:t>
            </a:r>
            <a:r>
              <a:rPr kumimoji="0" lang="en-US" altLang="pt-BR" dirty="0" err="1"/>
              <a:t>em</a:t>
            </a:r>
            <a:r>
              <a:rPr kumimoji="0" lang="en-US" altLang="pt-BR" dirty="0"/>
              <a:t> </a:t>
            </a:r>
            <a:r>
              <a:rPr kumimoji="0" lang="en-US" altLang="pt-BR" u="sng" dirty="0"/>
              <a:t>classes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ou</a:t>
            </a:r>
            <a:r>
              <a:rPr kumimoji="0" lang="en-US" altLang="pt-BR" dirty="0"/>
              <a:t> </a:t>
            </a:r>
            <a:r>
              <a:rPr kumimoji="0" lang="en-US" altLang="pt-BR" u="sng" dirty="0" err="1"/>
              <a:t>partições</a:t>
            </a:r>
            <a:r>
              <a:rPr kumimoji="0" lang="en-US" altLang="pt-BR" dirty="0"/>
              <a:t> </a:t>
            </a:r>
            <a:r>
              <a:rPr kumimoji="0" lang="en-US" altLang="pt-BR" u="sng" dirty="0"/>
              <a:t>de</a:t>
            </a:r>
            <a:r>
              <a:rPr kumimoji="0" lang="en-US" altLang="pt-BR" dirty="0"/>
              <a:t> </a:t>
            </a:r>
            <a:r>
              <a:rPr kumimoji="0" lang="en-US" altLang="pt-BR" u="sng" dirty="0" err="1"/>
              <a:t>equivalência</a:t>
            </a:r>
            <a:r>
              <a:rPr kumimoji="0" lang="en-US" altLang="pt-BR" dirty="0"/>
              <a:t> que, de </a:t>
            </a:r>
            <a:r>
              <a:rPr kumimoji="0" lang="en-US" altLang="pt-BR" dirty="0" err="1"/>
              <a:t>acordo</a:t>
            </a:r>
            <a:r>
              <a:rPr kumimoji="0" lang="en-US" altLang="pt-BR" dirty="0"/>
              <a:t> com a </a:t>
            </a:r>
            <a:r>
              <a:rPr kumimoji="0" lang="en-US" altLang="pt-BR" dirty="0" err="1"/>
              <a:t>especificação</a:t>
            </a:r>
            <a:r>
              <a:rPr kumimoji="0" lang="en-US" altLang="pt-BR" dirty="0"/>
              <a:t> do </a:t>
            </a:r>
            <a:r>
              <a:rPr kumimoji="0" lang="en-US" altLang="pt-BR" dirty="0" err="1"/>
              <a:t>programa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tratadas</a:t>
            </a:r>
            <a:r>
              <a:rPr kumimoji="0" lang="en-US" altLang="pt-BR" dirty="0"/>
              <a:t> da </a:t>
            </a:r>
            <a:r>
              <a:rPr kumimoji="0" lang="en-US" altLang="pt-BR" dirty="0" err="1"/>
              <a:t>mesma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maneira</a:t>
            </a:r>
            <a:r>
              <a:rPr kumimoji="0" lang="en-US" altLang="pt-BR" dirty="0"/>
              <a:t>.</a:t>
            </a:r>
          </a:p>
          <a:p>
            <a:pPr lvl="1"/>
            <a:r>
              <a:rPr kumimoji="0" lang="en-US" altLang="pt-BR" dirty="0"/>
              <a:t>As classes, que </a:t>
            </a:r>
            <a:r>
              <a:rPr kumimoji="0" lang="en-US" altLang="pt-BR" dirty="0" err="1"/>
              <a:t>podem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ser</a:t>
            </a:r>
            <a:r>
              <a:rPr kumimoji="0" lang="en-US" altLang="pt-BR" dirty="0"/>
              <a:t> </a:t>
            </a:r>
            <a:r>
              <a:rPr kumimoji="0" lang="en-US" altLang="pt-BR" u="sng" dirty="0" err="1"/>
              <a:t>válidas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ou</a:t>
            </a:r>
            <a:r>
              <a:rPr kumimoji="0" lang="en-US" altLang="pt-BR" dirty="0"/>
              <a:t> </a:t>
            </a:r>
            <a:r>
              <a:rPr kumimoji="0" lang="en-US" altLang="pt-BR" u="sng" dirty="0" err="1"/>
              <a:t>inválidas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definidas</a:t>
            </a:r>
            <a:r>
              <a:rPr kumimoji="0" lang="en-US" altLang="pt-BR" dirty="0"/>
              <a:t> de </a:t>
            </a:r>
            <a:r>
              <a:rPr kumimoji="0" lang="en-US" altLang="pt-BR" dirty="0" err="1"/>
              <a:t>acordo</a:t>
            </a:r>
            <a:r>
              <a:rPr kumimoji="0" lang="en-US" altLang="pt-BR" dirty="0"/>
              <a:t> com as </a:t>
            </a:r>
            <a:r>
              <a:rPr kumimoji="0" lang="en-US" altLang="pt-BR" dirty="0" err="1"/>
              <a:t>seguintes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diretrizes</a:t>
            </a:r>
            <a:r>
              <a:rPr kumimoji="0" lang="en-US" altLang="pt-BR" dirty="0"/>
              <a:t>:	</a:t>
            </a:r>
          </a:p>
          <a:p>
            <a:pPr lvl="2"/>
            <a:r>
              <a:rPr kumimoji="0" lang="en-US" altLang="pt-BR" dirty="0"/>
              <a:t>se a </a:t>
            </a:r>
            <a:r>
              <a:rPr kumimoji="0" lang="en-US" altLang="pt-BR" dirty="0" err="1"/>
              <a:t>condição</a:t>
            </a:r>
            <a:r>
              <a:rPr kumimoji="0" lang="en-US" altLang="pt-BR" dirty="0"/>
              <a:t> de entrada </a:t>
            </a:r>
            <a:r>
              <a:rPr kumimoji="0" lang="en-US" altLang="pt-BR" dirty="0" err="1"/>
              <a:t>especifica</a:t>
            </a:r>
            <a:r>
              <a:rPr kumimoji="0" lang="en-US" altLang="pt-BR" dirty="0"/>
              <a:t> um </a:t>
            </a:r>
            <a:r>
              <a:rPr kumimoji="0" lang="en-US" altLang="pt-BR" dirty="0" err="1"/>
              <a:t>intervalo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definidas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classe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válida</a:t>
            </a:r>
            <a:r>
              <a:rPr kumimoji="0" lang="en-US" altLang="pt-BR" dirty="0"/>
              <a:t> e </a:t>
            </a:r>
            <a:r>
              <a:rPr kumimoji="0" lang="en-US" altLang="pt-BR" dirty="0" err="1"/>
              <a:t>duas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inválidas</a:t>
            </a:r>
            <a:r>
              <a:rPr kumimoji="0" lang="en-US" altLang="pt-BR" dirty="0"/>
              <a:t>;</a:t>
            </a:r>
          </a:p>
          <a:p>
            <a:pPr lvl="2"/>
            <a:r>
              <a:rPr kumimoji="0" lang="en-US" altLang="pt-BR" dirty="0"/>
              <a:t>se a </a:t>
            </a:r>
            <a:r>
              <a:rPr kumimoji="0" lang="en-US" altLang="pt-BR" dirty="0" err="1"/>
              <a:t>condição</a:t>
            </a:r>
            <a:r>
              <a:rPr kumimoji="0" lang="en-US" altLang="pt-BR" dirty="0"/>
              <a:t> de entrada </a:t>
            </a:r>
            <a:r>
              <a:rPr kumimoji="0" lang="en-US" altLang="pt-BR" dirty="0" err="1"/>
              <a:t>exige</a:t>
            </a:r>
            <a:r>
              <a:rPr kumimoji="0" lang="en-US" altLang="pt-BR" dirty="0"/>
              <a:t> um valor </a:t>
            </a:r>
            <a:r>
              <a:rPr kumimoji="0" lang="en-US" altLang="pt-BR" dirty="0" err="1"/>
              <a:t>específico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definidas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classe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válida</a:t>
            </a:r>
            <a:r>
              <a:rPr kumimoji="0" lang="en-US" altLang="pt-BR" dirty="0"/>
              <a:t> e </a:t>
            </a:r>
            <a:r>
              <a:rPr kumimoji="0" lang="en-US" altLang="pt-BR" dirty="0" err="1"/>
              <a:t>duas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inválidas</a:t>
            </a:r>
            <a:r>
              <a:rPr kumimoji="0" lang="en-US" altLang="pt-BR" dirty="0"/>
              <a:t>;</a:t>
            </a:r>
          </a:p>
          <a:p>
            <a:pPr lvl="2"/>
            <a:r>
              <a:rPr kumimoji="0" lang="en-US" altLang="pt-BR" dirty="0"/>
              <a:t>se a </a:t>
            </a:r>
            <a:r>
              <a:rPr kumimoji="0" lang="en-US" altLang="pt-BR" dirty="0" err="1"/>
              <a:t>condição</a:t>
            </a:r>
            <a:r>
              <a:rPr kumimoji="0" lang="en-US" altLang="pt-BR" dirty="0"/>
              <a:t> de entrada </a:t>
            </a:r>
            <a:r>
              <a:rPr kumimoji="0" lang="en-US" altLang="pt-BR" dirty="0" err="1"/>
              <a:t>especifica</a:t>
            </a:r>
            <a:r>
              <a:rPr kumimoji="0" lang="en-US" altLang="pt-BR" dirty="0"/>
              <a:t> um </a:t>
            </a:r>
            <a:r>
              <a:rPr kumimoji="0" lang="en-US" altLang="pt-BR" dirty="0" err="1"/>
              <a:t>membro</a:t>
            </a:r>
            <a:r>
              <a:rPr kumimoji="0" lang="en-US" altLang="pt-BR" dirty="0"/>
              <a:t> de um </a:t>
            </a:r>
            <a:r>
              <a:rPr kumimoji="0" lang="en-US" altLang="pt-BR" dirty="0" err="1"/>
              <a:t>conjunto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definidas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classe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válida</a:t>
            </a:r>
            <a:r>
              <a:rPr kumimoji="0" lang="en-US" altLang="pt-BR" dirty="0"/>
              <a:t> e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inválida</a:t>
            </a:r>
            <a:r>
              <a:rPr kumimoji="0" lang="en-US" altLang="pt-BR" dirty="0"/>
              <a:t>;</a:t>
            </a:r>
          </a:p>
          <a:p>
            <a:pPr lvl="2"/>
            <a:r>
              <a:rPr kumimoji="0" lang="en-US" altLang="pt-BR" dirty="0"/>
              <a:t>se a </a:t>
            </a:r>
            <a:r>
              <a:rPr kumimoji="0" lang="en-US" altLang="pt-BR" dirty="0" err="1"/>
              <a:t>condição</a:t>
            </a:r>
            <a:r>
              <a:rPr kumimoji="0" lang="en-US" altLang="pt-BR" dirty="0"/>
              <a:t> de entrada for </a:t>
            </a:r>
            <a:r>
              <a:rPr kumimoji="0" lang="en-US" altLang="pt-BR" dirty="0" err="1"/>
              <a:t>booleana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são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definidas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classe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válida</a:t>
            </a:r>
            <a:r>
              <a:rPr kumimoji="0" lang="en-US" altLang="pt-BR" dirty="0"/>
              <a:t> e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inválida</a:t>
            </a:r>
            <a:r>
              <a:rPr kumimoji="0" lang="en-US" altLang="pt-BR" dirty="0"/>
              <a:t>.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9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5474160" y="2205720"/>
              <a:ext cx="2500560" cy="1800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8320" y="2142000"/>
                <a:ext cx="25322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/>
              <p14:cNvContentPartPr/>
              <p14:nvPr/>
            </p14:nvContentPartPr>
            <p14:xfrm>
              <a:off x="1794960" y="2518200"/>
              <a:ext cx="1312920" cy="54000"/>
            </p14:xfrm>
          </p:contentPart>
        </mc:Choice>
        <mc:Fallback>
          <p:pic>
            <p:nvPicPr>
              <p:cNvPr id="5" name="Tinta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9120" y="2454840"/>
                <a:ext cx="13446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Tinta 5"/>
              <p14:cNvContentPartPr/>
              <p14:nvPr/>
            </p14:nvContentPartPr>
            <p14:xfrm>
              <a:off x="2107440" y="3562920"/>
              <a:ext cx="6010200" cy="2464920"/>
            </p14:xfrm>
          </p:contentPart>
        </mc:Choice>
        <mc:Fallback>
          <p:pic>
            <p:nvPicPr>
              <p:cNvPr id="6" name="Tinta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8080" y="3553560"/>
                <a:ext cx="6028920" cy="24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Tinta 6"/>
              <p14:cNvContentPartPr/>
              <p14:nvPr/>
            </p14:nvContentPartPr>
            <p14:xfrm>
              <a:off x="696600" y="3679200"/>
              <a:ext cx="982800" cy="2071800"/>
            </p14:xfrm>
          </p:contentPart>
        </mc:Choice>
        <mc:Fallback>
          <p:pic>
            <p:nvPicPr>
              <p:cNvPr id="7" name="Tinta 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7240" y="3669840"/>
                <a:ext cx="1001520" cy="20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73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Particionamento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Classes de </a:t>
            </a:r>
            <a:r>
              <a:rPr lang="en-US" altLang="pt-BR" dirty="0" err="1"/>
              <a:t>Equivalência</a:t>
            </a:r>
            <a:r>
              <a:rPr lang="en-US" altLang="pt-BR" dirty="0"/>
              <a:t> - </a:t>
            </a:r>
            <a:r>
              <a:rPr lang="en-US" altLang="pt-BR" sz="3200" dirty="0" err="1"/>
              <a:t>exemplo</a:t>
            </a:r>
            <a:endParaRPr lang="en-US" altLang="pt-BR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3"/>
            <a:ext cx="8242852" cy="4885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dirty="0"/>
              <a:t>Especifique um conjunto de casos de teste adequado para testar o programa a seguir, utilizando o método de </a:t>
            </a:r>
            <a:r>
              <a:rPr lang="pt-BR" altLang="pt-BR" dirty="0" err="1"/>
              <a:t>Particionamento</a:t>
            </a:r>
            <a:r>
              <a:rPr lang="pt-BR" altLang="pt-BR" dirty="0"/>
              <a:t> em Classes de Equivalência:</a:t>
            </a:r>
          </a:p>
          <a:p>
            <a:pPr>
              <a:buFont typeface="Monotype Sorts" pitchFamily="2" charset="2"/>
              <a:buNone/>
            </a:pPr>
            <a:r>
              <a:rPr lang="pt-BR" altLang="pt-BR" dirty="0"/>
              <a:t>	</a:t>
            </a:r>
          </a:p>
          <a:p>
            <a:pPr>
              <a:buFont typeface="Monotype Sorts" pitchFamily="2" charset="2"/>
              <a:buNone/>
            </a:pPr>
            <a:r>
              <a:rPr lang="pt-BR" altLang="pt-BR" dirty="0"/>
              <a:t>	O programa deve verificar em qual posição de uma cadeia de caracteres válidos se encontra um caractere específico. Para isso, deve-se ter como entradas o tamanho da cadeia (no máximo de 20 caracteres), a cadeia de caracteres e o caractere específico. O programa deve permitir repetir que se procure a posição de quantos caracteres o usuário desejar, para a mesma cadeia. Caso não seja encontrado o caractere, deve ser emitida uma mensagem de erro.</a:t>
            </a:r>
          </a:p>
          <a:p>
            <a:endParaRPr lang="pt-BR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10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1071720" y="2348640"/>
              <a:ext cx="7840440" cy="286668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360" y="2339280"/>
                <a:ext cx="7859160" cy="28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36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Particionamento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Classes de </a:t>
            </a:r>
            <a:r>
              <a:rPr lang="en-US" altLang="pt-BR" dirty="0" err="1"/>
              <a:t>Equivalência</a:t>
            </a:r>
            <a:r>
              <a:rPr lang="en-US" altLang="pt-BR" dirty="0"/>
              <a:t> - </a:t>
            </a:r>
            <a:r>
              <a:rPr lang="en-US" altLang="pt-BR" sz="3200" dirty="0" err="1"/>
              <a:t>exemplo</a:t>
            </a:r>
            <a:endParaRPr lang="en-US" altLang="pt-BR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09600" y="2209800"/>
            <a:ext cx="85344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endParaRPr lang="en-US" altLang="pt-BR" dirty="0"/>
          </a:p>
          <a:p>
            <a:r>
              <a:rPr lang="en-US" altLang="pt-BR" dirty="0"/>
              <a:t>	entrada		                                 </a:t>
            </a:r>
            <a:r>
              <a:rPr lang="en-US" altLang="pt-BR" dirty="0" err="1"/>
              <a:t>saída</a:t>
            </a:r>
            <a:r>
              <a:rPr lang="en-US" altLang="pt-BR" dirty="0"/>
              <a:t> </a:t>
            </a:r>
            <a:r>
              <a:rPr lang="en-US" altLang="pt-BR" dirty="0" err="1"/>
              <a:t>esperada</a:t>
            </a:r>
            <a:r>
              <a:rPr lang="en-US" altLang="pt-BR" dirty="0"/>
              <a:t>	</a:t>
            </a:r>
          </a:p>
          <a:p>
            <a:r>
              <a:rPr lang="en-US" altLang="pt-BR" dirty="0"/>
              <a:t>x	a	c	</a:t>
            </a:r>
            <a:r>
              <a:rPr lang="en-US" altLang="pt-BR" dirty="0" err="1"/>
              <a:t>resposta</a:t>
            </a:r>
            <a:r>
              <a:rPr lang="en-US" altLang="pt-BR" dirty="0"/>
              <a:t>	</a:t>
            </a:r>
          </a:p>
          <a:p>
            <a:r>
              <a:rPr lang="en-US" altLang="pt-BR" dirty="0"/>
              <a:t>	</a:t>
            </a:r>
          </a:p>
          <a:p>
            <a:r>
              <a:rPr lang="en-US" altLang="pt-BR" dirty="0"/>
              <a:t>34				     </a:t>
            </a:r>
            <a:r>
              <a:rPr lang="en-US" altLang="pt-BR" dirty="0" smtClean="0"/>
              <a:t>MSG ERRO: entre </a:t>
            </a:r>
            <a:r>
              <a:rPr lang="en-US" altLang="pt-BR" dirty="0"/>
              <a:t>com um </a:t>
            </a:r>
            <a:r>
              <a:rPr lang="en-US" altLang="pt-BR" dirty="0" err="1"/>
              <a:t>inteiro</a:t>
            </a:r>
            <a:r>
              <a:rPr lang="en-US" altLang="pt-BR" dirty="0"/>
              <a:t> entre 1 e 20	</a:t>
            </a:r>
          </a:p>
          <a:p>
            <a:r>
              <a:rPr lang="en-US" altLang="pt-BR" dirty="0" smtClean="0"/>
              <a:t>-2</a:t>
            </a:r>
            <a:r>
              <a:rPr lang="en-US" altLang="pt-BR" dirty="0"/>
              <a:t>				     </a:t>
            </a:r>
            <a:r>
              <a:rPr lang="en-US" altLang="pt-BR" dirty="0" smtClean="0"/>
              <a:t>MSG ERRO: entre </a:t>
            </a:r>
            <a:r>
              <a:rPr lang="en-US" altLang="pt-BR" dirty="0"/>
              <a:t>com um </a:t>
            </a:r>
            <a:r>
              <a:rPr lang="en-US" altLang="pt-BR" dirty="0" err="1"/>
              <a:t>inteiro</a:t>
            </a:r>
            <a:r>
              <a:rPr lang="en-US" altLang="pt-BR" dirty="0"/>
              <a:t> entre 1 e 20	</a:t>
            </a:r>
          </a:p>
          <a:p>
            <a:r>
              <a:rPr lang="en-US" altLang="pt-BR" dirty="0"/>
              <a:t>3	</a:t>
            </a:r>
            <a:r>
              <a:rPr lang="en-US" altLang="pt-BR" dirty="0" err="1"/>
              <a:t>abc</a:t>
            </a:r>
            <a:r>
              <a:rPr lang="en-US" altLang="pt-BR" dirty="0"/>
              <a:t>	c		     o </a:t>
            </a:r>
            <a:r>
              <a:rPr lang="en-US" altLang="pt-BR" dirty="0" err="1"/>
              <a:t>caracter</a:t>
            </a:r>
            <a:r>
              <a:rPr lang="en-US" altLang="pt-BR" dirty="0"/>
              <a:t> c </a:t>
            </a:r>
            <a:r>
              <a:rPr lang="en-US" altLang="pt-BR" dirty="0" err="1"/>
              <a:t>aparece</a:t>
            </a:r>
            <a:r>
              <a:rPr lang="en-US" altLang="pt-BR" dirty="0"/>
              <a:t> </a:t>
            </a:r>
            <a:r>
              <a:rPr lang="en-US" altLang="pt-BR" dirty="0" err="1"/>
              <a:t>na</a:t>
            </a:r>
            <a:r>
              <a:rPr lang="en-US" altLang="pt-BR" dirty="0"/>
              <a:t> </a:t>
            </a:r>
            <a:r>
              <a:rPr lang="en-US" altLang="pt-BR" dirty="0" err="1"/>
              <a:t>posicao</a:t>
            </a:r>
            <a:r>
              <a:rPr lang="en-US" altLang="pt-BR" dirty="0"/>
              <a:t> 3</a:t>
            </a:r>
          </a:p>
          <a:p>
            <a:r>
              <a:rPr lang="en-US" altLang="pt-BR" dirty="0"/>
              <a:t>                                                     y	</a:t>
            </a:r>
          </a:p>
          <a:p>
            <a:r>
              <a:rPr lang="en-US" altLang="pt-BR" dirty="0"/>
              <a:t>		k		     o </a:t>
            </a:r>
            <a:r>
              <a:rPr lang="en-US" altLang="pt-BR" dirty="0" err="1"/>
              <a:t>caracter</a:t>
            </a:r>
            <a:r>
              <a:rPr lang="en-US" altLang="pt-BR" dirty="0"/>
              <a:t> k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ocorre</a:t>
            </a:r>
            <a:r>
              <a:rPr lang="en-US" altLang="pt-BR" dirty="0"/>
              <a:t> </a:t>
            </a:r>
            <a:r>
              <a:rPr lang="en-US" altLang="pt-BR" dirty="0" err="1"/>
              <a:t>na</a:t>
            </a:r>
            <a:r>
              <a:rPr lang="en-US" altLang="pt-BR" dirty="0"/>
              <a:t> string </a:t>
            </a:r>
            <a:r>
              <a:rPr lang="en-US" altLang="pt-BR" dirty="0" err="1"/>
              <a:t>fornecida</a:t>
            </a:r>
            <a:r>
              <a:rPr lang="en-US" altLang="pt-BR" dirty="0"/>
              <a:t>	</a:t>
            </a:r>
          </a:p>
          <a:p>
            <a:r>
              <a:rPr lang="en-US" altLang="pt-BR" dirty="0"/>
              <a:t>			     n		</a:t>
            </a:r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609600" y="30480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>
            <a:off x="1219200" y="2743200"/>
            <a:ext cx="0" cy="268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2133600" y="2743200"/>
            <a:ext cx="0" cy="272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3124200" y="2743200"/>
            <a:ext cx="0" cy="271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495800" y="2438400"/>
            <a:ext cx="0" cy="3005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609600" y="24384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533400" y="5464175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609600" y="2743200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11</a:t>
            </a:fld>
            <a:endParaRPr lang="en-US" alt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/>
              <p14:cNvContentPartPr/>
              <p14:nvPr/>
            </p14:nvContentPartPr>
            <p14:xfrm>
              <a:off x="536040" y="1000080"/>
              <a:ext cx="7813800" cy="4474080"/>
            </p14:xfrm>
          </p:contentPart>
        </mc:Choice>
        <mc:Fallback>
          <p:pic>
            <p:nvPicPr>
              <p:cNvPr id="2" name="Tinta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680" y="990720"/>
                <a:ext cx="7832520" cy="44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/>
              <p14:cNvContentPartPr/>
              <p14:nvPr/>
            </p14:nvContentPartPr>
            <p14:xfrm>
              <a:off x="2661120" y="1616400"/>
              <a:ext cx="5902920" cy="5027760"/>
            </p14:xfrm>
          </p:contentPart>
        </mc:Choice>
        <mc:Fallback>
          <p:pic>
            <p:nvPicPr>
              <p:cNvPr id="5" name="Tinta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1760" y="1607040"/>
                <a:ext cx="5921640" cy="50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61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Particionamento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Classes de </a:t>
            </a:r>
            <a:r>
              <a:rPr lang="en-US" altLang="pt-BR" dirty="0" err="1"/>
              <a:t>Equivalência</a:t>
            </a:r>
            <a:r>
              <a:rPr lang="en-US" altLang="pt-BR" dirty="0"/>
              <a:t> 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4"/>
            <a:ext cx="8242852" cy="4970177"/>
          </a:xfrm>
        </p:spPr>
        <p:txBody>
          <a:bodyPr>
            <a:normAutofit lnSpcReduction="10000"/>
          </a:bodyPr>
          <a:lstStyle/>
          <a:p>
            <a:r>
              <a:rPr lang="en-US" altLang="pt-BR" dirty="0" err="1"/>
              <a:t>Observação</a:t>
            </a:r>
            <a:r>
              <a:rPr lang="en-US" altLang="pt-BR" dirty="0"/>
              <a:t>:</a:t>
            </a:r>
          </a:p>
          <a:p>
            <a:pPr lvl="1"/>
            <a:r>
              <a:rPr lang="en-US" altLang="pt-BR" dirty="0" err="1"/>
              <a:t>reduz</a:t>
            </a:r>
            <a:r>
              <a:rPr lang="en-US" altLang="pt-BR" dirty="0"/>
              <a:t> o </a:t>
            </a:r>
            <a:r>
              <a:rPr lang="en-US" altLang="pt-BR" dirty="0" err="1"/>
              <a:t>tamanho</a:t>
            </a:r>
            <a:r>
              <a:rPr lang="en-US" altLang="pt-BR" dirty="0"/>
              <a:t> do </a:t>
            </a:r>
            <a:r>
              <a:rPr lang="en-US" altLang="pt-BR" dirty="0" err="1"/>
              <a:t>domínio</a:t>
            </a:r>
            <a:r>
              <a:rPr lang="en-US" altLang="pt-BR" dirty="0"/>
              <a:t> de entrada.</a:t>
            </a:r>
          </a:p>
          <a:p>
            <a:pPr lvl="1"/>
            <a:r>
              <a:rPr lang="en-US" altLang="pt-BR" dirty="0" err="1"/>
              <a:t>concentra</a:t>
            </a:r>
            <a:r>
              <a:rPr lang="en-US" altLang="pt-BR" dirty="0"/>
              <a:t>-se </a:t>
            </a:r>
            <a:r>
              <a:rPr lang="en-US" altLang="pt-BR" dirty="0" err="1"/>
              <a:t>em</a:t>
            </a:r>
            <a:r>
              <a:rPr lang="en-US" altLang="pt-BR" dirty="0"/>
              <a:t> </a:t>
            </a:r>
            <a:r>
              <a:rPr lang="en-US" altLang="pt-BR" dirty="0" err="1"/>
              <a:t>criar</a:t>
            </a:r>
            <a:r>
              <a:rPr lang="en-US" altLang="pt-BR" dirty="0"/>
              <a:t> </a:t>
            </a:r>
            <a:r>
              <a:rPr lang="en-US" altLang="pt-BR" dirty="0" err="1"/>
              <a:t>casos</a:t>
            </a:r>
            <a:r>
              <a:rPr lang="en-US" altLang="pt-BR" dirty="0"/>
              <a:t> de teste </a:t>
            </a:r>
            <a:r>
              <a:rPr lang="en-US" altLang="pt-BR" dirty="0" err="1"/>
              <a:t>baseados</a:t>
            </a:r>
            <a:r>
              <a:rPr lang="en-US" altLang="pt-BR" dirty="0"/>
              <a:t> </a:t>
            </a:r>
            <a:r>
              <a:rPr lang="en-US" altLang="pt-BR" dirty="0" err="1"/>
              <a:t>unicamente</a:t>
            </a:r>
            <a:r>
              <a:rPr lang="en-US" altLang="pt-BR" dirty="0"/>
              <a:t> </a:t>
            </a:r>
            <a:r>
              <a:rPr lang="en-US" altLang="pt-BR" dirty="0" err="1"/>
              <a:t>na</a:t>
            </a:r>
            <a:r>
              <a:rPr lang="en-US" altLang="pt-BR" dirty="0"/>
              <a:t> </a:t>
            </a:r>
            <a:r>
              <a:rPr lang="en-US" altLang="pt-BR" dirty="0" err="1"/>
              <a:t>especificação</a:t>
            </a:r>
            <a:r>
              <a:rPr lang="en-US" altLang="pt-BR" dirty="0"/>
              <a:t>.</a:t>
            </a:r>
          </a:p>
          <a:p>
            <a:pPr lvl="1"/>
            <a:r>
              <a:rPr lang="en-US" altLang="pt-BR" dirty="0"/>
              <a:t>é </a:t>
            </a:r>
            <a:r>
              <a:rPr lang="en-US" altLang="pt-BR" dirty="0" err="1"/>
              <a:t>especialmente</a:t>
            </a:r>
            <a:r>
              <a:rPr lang="en-US" altLang="pt-BR" dirty="0"/>
              <a:t> </a:t>
            </a:r>
            <a:r>
              <a:rPr lang="en-US" altLang="pt-BR" dirty="0" err="1"/>
              <a:t>adequado</a:t>
            </a:r>
            <a:r>
              <a:rPr lang="en-US" altLang="pt-BR" dirty="0"/>
              <a:t> para </a:t>
            </a:r>
            <a:r>
              <a:rPr lang="en-US" altLang="pt-BR" dirty="0" err="1"/>
              <a:t>aplicações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que as </a:t>
            </a:r>
            <a:r>
              <a:rPr lang="en-US" altLang="pt-BR" dirty="0" err="1"/>
              <a:t>variáveis</a:t>
            </a:r>
            <a:r>
              <a:rPr lang="en-US" altLang="pt-BR" dirty="0"/>
              <a:t> de entrada </a:t>
            </a:r>
            <a:r>
              <a:rPr lang="en-US" altLang="pt-BR" dirty="0" err="1"/>
              <a:t>podem</a:t>
            </a:r>
            <a:r>
              <a:rPr lang="en-US" altLang="pt-BR" dirty="0"/>
              <a:t> </a:t>
            </a:r>
            <a:r>
              <a:rPr lang="en-US" altLang="pt-BR" dirty="0" err="1"/>
              <a:t>ser</a:t>
            </a:r>
            <a:r>
              <a:rPr lang="en-US" altLang="pt-BR" dirty="0"/>
              <a:t> </a:t>
            </a:r>
            <a:r>
              <a:rPr lang="en-US" altLang="pt-BR" dirty="0" err="1"/>
              <a:t>facilmente</a:t>
            </a:r>
            <a:r>
              <a:rPr lang="en-US" altLang="pt-BR" dirty="0"/>
              <a:t> </a:t>
            </a:r>
            <a:r>
              <a:rPr lang="en-US" altLang="pt-BR" dirty="0" err="1"/>
              <a:t>identificadas</a:t>
            </a:r>
            <a:r>
              <a:rPr lang="en-US" altLang="pt-BR" dirty="0"/>
              <a:t> e </a:t>
            </a:r>
            <a:r>
              <a:rPr lang="en-US" altLang="pt-BR" dirty="0" err="1"/>
              <a:t>podem</a:t>
            </a:r>
            <a:r>
              <a:rPr lang="en-US" altLang="pt-BR" dirty="0"/>
              <a:t> </a:t>
            </a:r>
            <a:r>
              <a:rPr lang="en-US" altLang="pt-BR" dirty="0" err="1"/>
              <a:t>ter</a:t>
            </a:r>
            <a:r>
              <a:rPr lang="en-US" altLang="pt-BR" dirty="0"/>
              <a:t> </a:t>
            </a:r>
            <a:r>
              <a:rPr lang="en-US" altLang="pt-BR" dirty="0" err="1"/>
              <a:t>valores</a:t>
            </a:r>
            <a:r>
              <a:rPr lang="en-US" altLang="pt-BR" dirty="0"/>
              <a:t> </a:t>
            </a:r>
            <a:r>
              <a:rPr lang="en-US" altLang="pt-BR" dirty="0" err="1"/>
              <a:t>distintos</a:t>
            </a:r>
            <a:r>
              <a:rPr lang="en-US" altLang="pt-BR" dirty="0"/>
              <a:t>.</a:t>
            </a:r>
          </a:p>
          <a:p>
            <a:pPr lvl="1"/>
            <a:endParaRPr lang="en-US" altLang="pt-BR" dirty="0"/>
          </a:p>
          <a:p>
            <a:r>
              <a:rPr lang="en-US" altLang="pt-BR" dirty="0" err="1"/>
              <a:t>Problemas</a:t>
            </a:r>
            <a:r>
              <a:rPr lang="en-US" altLang="pt-BR" dirty="0"/>
              <a:t>:</a:t>
            </a:r>
          </a:p>
          <a:p>
            <a:pPr lvl="1"/>
            <a:r>
              <a:rPr lang="en-US" altLang="pt-BR" dirty="0" err="1"/>
              <a:t>embora</a:t>
            </a:r>
            <a:r>
              <a:rPr lang="en-US" altLang="pt-BR" dirty="0"/>
              <a:t> a </a:t>
            </a:r>
            <a:r>
              <a:rPr lang="en-US" altLang="pt-BR" dirty="0" err="1"/>
              <a:t>especificação</a:t>
            </a:r>
            <a:r>
              <a:rPr lang="en-US" altLang="pt-BR" dirty="0"/>
              <a:t> </a:t>
            </a:r>
            <a:r>
              <a:rPr lang="en-US" altLang="pt-BR" dirty="0" err="1"/>
              <a:t>possa</a:t>
            </a:r>
            <a:r>
              <a:rPr lang="en-US" altLang="pt-BR" dirty="0"/>
              <a:t> </a:t>
            </a:r>
            <a:r>
              <a:rPr lang="en-US" altLang="pt-BR" dirty="0" err="1"/>
              <a:t>sugerir</a:t>
            </a:r>
            <a:r>
              <a:rPr lang="en-US" altLang="pt-BR" dirty="0"/>
              <a:t> que um </a:t>
            </a:r>
            <a:r>
              <a:rPr lang="en-US" altLang="pt-BR" dirty="0" err="1"/>
              <a:t>grupo</a:t>
            </a:r>
            <a:r>
              <a:rPr lang="en-US" altLang="pt-BR" dirty="0"/>
              <a:t> de dados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/>
              <a:t>processado</a:t>
            </a:r>
            <a:r>
              <a:rPr lang="en-US" altLang="pt-BR" dirty="0"/>
              <a:t> de forma </a:t>
            </a:r>
            <a:r>
              <a:rPr lang="en-US" altLang="pt-BR" dirty="0" err="1"/>
              <a:t>idêntica</a:t>
            </a:r>
            <a:r>
              <a:rPr lang="en-US" altLang="pt-BR" dirty="0"/>
              <a:t>, </a:t>
            </a:r>
            <a:r>
              <a:rPr lang="en-US" altLang="pt-BR" dirty="0" err="1"/>
              <a:t>isso</a:t>
            </a:r>
            <a:r>
              <a:rPr lang="en-US" altLang="pt-BR" dirty="0"/>
              <a:t> </a:t>
            </a:r>
            <a:r>
              <a:rPr lang="en-US" altLang="pt-BR" dirty="0" err="1"/>
              <a:t>pode</a:t>
            </a:r>
            <a:r>
              <a:rPr lang="en-US" altLang="pt-BR" dirty="0"/>
              <a:t>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ocorrer</a:t>
            </a:r>
            <a:r>
              <a:rPr lang="en-US" altLang="pt-BR" dirty="0"/>
              <a:t>.</a:t>
            </a:r>
          </a:p>
          <a:p>
            <a:pPr lvl="1"/>
            <a:r>
              <a:rPr lang="en-US" altLang="pt-BR" dirty="0"/>
              <a:t>a </a:t>
            </a:r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fornece</a:t>
            </a:r>
            <a:r>
              <a:rPr lang="en-US" altLang="pt-BR" dirty="0"/>
              <a:t> um </a:t>
            </a:r>
            <a:r>
              <a:rPr lang="en-US" altLang="pt-BR" dirty="0" err="1"/>
              <a:t>guia</a:t>
            </a:r>
            <a:r>
              <a:rPr lang="en-US" altLang="pt-BR" dirty="0"/>
              <a:t> para a </a:t>
            </a:r>
            <a:r>
              <a:rPr lang="en-US" altLang="pt-BR" dirty="0" err="1"/>
              <a:t>determinação</a:t>
            </a:r>
            <a:r>
              <a:rPr lang="en-US" altLang="pt-BR" dirty="0"/>
              <a:t> dos </a:t>
            </a:r>
            <a:r>
              <a:rPr lang="en-US" altLang="pt-BR" dirty="0" err="1"/>
              <a:t>casos</a:t>
            </a:r>
            <a:r>
              <a:rPr lang="en-US" altLang="pt-BR" dirty="0"/>
              <a:t> de teste.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12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80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Análise</a:t>
            </a:r>
            <a:r>
              <a:rPr lang="en-US" altLang="pt-BR" dirty="0"/>
              <a:t> do Valor </a:t>
            </a:r>
            <a:r>
              <a:rPr lang="en-US" altLang="pt-BR" dirty="0" err="1"/>
              <a:t>Limite</a:t>
            </a:r>
            <a:r>
              <a:rPr lang="en-US" altLang="pt-BR" dirty="0"/>
              <a:t> 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pt-BR" dirty="0" err="1"/>
              <a:t>Descrição</a:t>
            </a:r>
            <a:r>
              <a:rPr lang="en-US" altLang="pt-BR" dirty="0"/>
              <a:t>:</a:t>
            </a:r>
          </a:p>
          <a:p>
            <a:pPr lvl="1"/>
            <a:r>
              <a:rPr lang="en-US" altLang="pt-BR" dirty="0" err="1"/>
              <a:t>complementa</a:t>
            </a:r>
            <a:r>
              <a:rPr lang="en-US" altLang="pt-BR" dirty="0"/>
              <a:t> o </a:t>
            </a:r>
            <a:r>
              <a:rPr lang="en-US" altLang="pt-BR" dirty="0" err="1"/>
              <a:t>método</a:t>
            </a:r>
            <a:r>
              <a:rPr lang="en-US" altLang="pt-BR" dirty="0"/>
              <a:t> de </a:t>
            </a:r>
            <a:r>
              <a:rPr lang="en-US" altLang="pt-BR" dirty="0" err="1"/>
              <a:t>Particionamento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Classes de </a:t>
            </a:r>
            <a:r>
              <a:rPr lang="en-US" altLang="pt-BR" dirty="0" err="1"/>
              <a:t>Equivalência</a:t>
            </a:r>
            <a:r>
              <a:rPr lang="en-US" altLang="pt-BR" dirty="0"/>
              <a:t>.</a:t>
            </a:r>
          </a:p>
          <a:p>
            <a:pPr lvl="1"/>
            <a:r>
              <a:rPr kumimoji="0" lang="en-US" altLang="pt-BR" dirty="0" err="1"/>
              <a:t>coloca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sua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atenção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em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fonte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propícia</a:t>
            </a:r>
            <a:r>
              <a:rPr kumimoji="0" lang="en-US" altLang="pt-BR" dirty="0"/>
              <a:t> a </a:t>
            </a:r>
            <a:r>
              <a:rPr kumimoji="0" lang="en-US" altLang="pt-BR" dirty="0" err="1"/>
              <a:t>erros</a:t>
            </a:r>
            <a:r>
              <a:rPr kumimoji="0" lang="en-US" altLang="pt-BR" dirty="0"/>
              <a:t> – </a:t>
            </a:r>
            <a:r>
              <a:rPr kumimoji="0" lang="en-US" altLang="pt-BR" dirty="0" err="1"/>
              <a:t>os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limites</a:t>
            </a:r>
            <a:r>
              <a:rPr kumimoji="0" lang="en-US" altLang="pt-BR" dirty="0"/>
              <a:t> de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classe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ou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partição</a:t>
            </a:r>
            <a:r>
              <a:rPr kumimoji="0" lang="en-US" altLang="pt-BR" dirty="0"/>
              <a:t> de </a:t>
            </a:r>
            <a:r>
              <a:rPr kumimoji="0" lang="en-US" altLang="pt-BR" dirty="0" err="1"/>
              <a:t>equivalência</a:t>
            </a:r>
            <a:r>
              <a:rPr kumimoji="0" lang="en-US" altLang="pt-BR" dirty="0"/>
              <a:t>.</a:t>
            </a:r>
          </a:p>
        </p:txBody>
      </p:sp>
      <p:grpSp>
        <p:nvGrpSpPr>
          <p:cNvPr id="26630" name="Group 4"/>
          <p:cNvGrpSpPr>
            <a:grpSpLocks/>
          </p:cNvGrpSpPr>
          <p:nvPr/>
        </p:nvGrpSpPr>
        <p:grpSpPr bwMode="auto">
          <a:xfrm>
            <a:off x="2514600" y="4100517"/>
            <a:ext cx="3943350" cy="1007269"/>
            <a:chOff x="3270" y="4095"/>
            <a:chExt cx="5565" cy="1275"/>
          </a:xfrm>
        </p:grpSpPr>
        <p:sp>
          <p:nvSpPr>
            <p:cNvPr id="26631" name="Line 5"/>
            <p:cNvSpPr>
              <a:spLocks noChangeShapeType="1"/>
            </p:cNvSpPr>
            <p:nvPr/>
          </p:nvSpPr>
          <p:spPr bwMode="auto">
            <a:xfrm>
              <a:off x="3270" y="4560"/>
              <a:ext cx="556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6632" name="Line 6"/>
            <p:cNvSpPr>
              <a:spLocks noChangeShapeType="1"/>
            </p:cNvSpPr>
            <p:nvPr/>
          </p:nvSpPr>
          <p:spPr bwMode="auto">
            <a:xfrm>
              <a:off x="4230" y="4410"/>
              <a:ext cx="0" cy="3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6633" name="Line 7"/>
            <p:cNvSpPr>
              <a:spLocks noChangeShapeType="1"/>
            </p:cNvSpPr>
            <p:nvPr/>
          </p:nvSpPr>
          <p:spPr bwMode="auto">
            <a:xfrm>
              <a:off x="7770" y="4395"/>
              <a:ext cx="0" cy="3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6634" name="Text Box 8"/>
            <p:cNvSpPr txBox="1">
              <a:spLocks noChangeArrowheads="1"/>
            </p:cNvSpPr>
            <p:nvPr/>
          </p:nvSpPr>
          <p:spPr bwMode="auto">
            <a:xfrm>
              <a:off x="4680" y="4095"/>
              <a:ext cx="2550" cy="3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050"/>
                <a:t>Partição de Equivalência</a:t>
              </a:r>
              <a:endParaRPr kumimoji="0" lang="en-US" altLang="pt-BR" sz="750"/>
            </a:p>
          </p:txBody>
        </p:sp>
        <p:sp>
          <p:nvSpPr>
            <p:cNvPr id="26635" name="Oval 9"/>
            <p:cNvSpPr>
              <a:spLocks noChangeArrowheads="1"/>
            </p:cNvSpPr>
            <p:nvPr/>
          </p:nvSpPr>
          <p:spPr bwMode="auto">
            <a:xfrm>
              <a:off x="4035" y="4338"/>
              <a:ext cx="390" cy="4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6636" name="Oval 10"/>
            <p:cNvSpPr>
              <a:spLocks noChangeArrowheads="1"/>
            </p:cNvSpPr>
            <p:nvPr/>
          </p:nvSpPr>
          <p:spPr bwMode="auto">
            <a:xfrm>
              <a:off x="7575" y="4320"/>
              <a:ext cx="390" cy="4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6637" name="Text Box 11"/>
            <p:cNvSpPr txBox="1">
              <a:spLocks noChangeArrowheads="1"/>
            </p:cNvSpPr>
            <p:nvPr/>
          </p:nvSpPr>
          <p:spPr bwMode="auto">
            <a:xfrm>
              <a:off x="5445" y="4935"/>
              <a:ext cx="1080" cy="4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050"/>
                <a:t>Limites</a:t>
              </a:r>
              <a:endParaRPr kumimoji="0" lang="en-US" altLang="pt-BR" sz="750"/>
            </a:p>
          </p:txBody>
        </p:sp>
        <p:sp>
          <p:nvSpPr>
            <p:cNvPr id="26638" name="Line 12"/>
            <p:cNvSpPr>
              <a:spLocks noChangeShapeType="1"/>
            </p:cNvSpPr>
            <p:nvPr/>
          </p:nvSpPr>
          <p:spPr bwMode="auto">
            <a:xfrm>
              <a:off x="4440" y="4755"/>
              <a:ext cx="930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6639" name="Line 13"/>
            <p:cNvSpPr>
              <a:spLocks noChangeShapeType="1"/>
            </p:cNvSpPr>
            <p:nvPr/>
          </p:nvSpPr>
          <p:spPr bwMode="auto">
            <a:xfrm flipH="1">
              <a:off x="6540" y="4740"/>
              <a:ext cx="1005" cy="3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15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00"/>
    </mc:Choice>
    <mc:Fallback xmlns="">
      <p:transition spd="slow" advTm="826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Análise</a:t>
            </a:r>
            <a:r>
              <a:rPr lang="en-US" altLang="pt-BR" dirty="0"/>
              <a:t> do Valor </a:t>
            </a:r>
            <a:r>
              <a:rPr lang="en-US" altLang="pt-BR" dirty="0" err="1"/>
              <a:t>Limite</a:t>
            </a:r>
            <a:r>
              <a:rPr lang="en-US" altLang="pt-BR" dirty="0"/>
              <a:t> - </a:t>
            </a:r>
            <a:r>
              <a:rPr lang="en-US" altLang="pt-BR" sz="3200" dirty="0" err="1"/>
              <a:t>exemplo</a:t>
            </a:r>
            <a:endParaRPr lang="en-US" altLang="pt-BR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4"/>
            <a:ext cx="8242852" cy="4885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dirty="0"/>
              <a:t>Especifique um conjunto de casos de teste adequado para testar o programa a seguir, utilizando o método de Análise do Valor Limite:</a:t>
            </a:r>
          </a:p>
          <a:p>
            <a:pPr>
              <a:buFont typeface="Monotype Sorts" pitchFamily="2" charset="2"/>
              <a:buNone/>
            </a:pPr>
            <a:r>
              <a:rPr lang="pt-BR" altLang="pt-BR" dirty="0"/>
              <a:t>	</a:t>
            </a:r>
          </a:p>
          <a:p>
            <a:pPr>
              <a:buFont typeface="Monotype Sorts" pitchFamily="2" charset="2"/>
              <a:buNone/>
            </a:pPr>
            <a:r>
              <a:rPr lang="pt-BR" altLang="pt-BR" dirty="0"/>
              <a:t>	O programa deve verificar em qual posição de uma cadeia de caracteres válidos se encontra um caractere específico. Para isso, deve-se ter como entradas o tamanho da cadeia (no máximo de 20 caracteres), a cadeia de caracteres e o caractere específico. O programa deve permitir repetir que se procure a posição de quantos caracteres o usuário desejar, para a mesma cadeia. Caso não seja encontrado o caractere, deve ser emitida uma mensagem de erro</a:t>
            </a:r>
            <a:r>
              <a:rPr lang="pt-BR" altLang="pt-BR" dirty="0" smtClean="0"/>
              <a:t>.</a:t>
            </a:r>
            <a:endParaRPr lang="pt-BR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062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Análise</a:t>
            </a:r>
            <a:r>
              <a:rPr lang="en-US" altLang="pt-BR" dirty="0"/>
              <a:t> do Valor </a:t>
            </a:r>
            <a:r>
              <a:rPr lang="en-US" altLang="pt-BR" dirty="0" err="1"/>
              <a:t>Limite</a:t>
            </a:r>
            <a:r>
              <a:rPr lang="en-US" altLang="pt-BR" dirty="0"/>
              <a:t> - </a:t>
            </a:r>
            <a:r>
              <a:rPr lang="en-US" altLang="pt-BR" sz="3200" dirty="0" err="1"/>
              <a:t>exemplo</a:t>
            </a:r>
            <a:endParaRPr lang="en-US" altLang="pt-BR" dirty="0"/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604966" y="1652955"/>
            <a:ext cx="8313748" cy="3795715"/>
            <a:chOff x="226" y="2160"/>
            <a:chExt cx="5342" cy="2391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88" y="2160"/>
              <a:ext cx="5175" cy="2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pt-BR" sz="1400" dirty="0"/>
                <a:t>	entrada		                                           </a:t>
              </a:r>
              <a:r>
                <a:rPr lang="en-US" altLang="pt-BR" sz="1400" dirty="0" err="1"/>
                <a:t>saída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esperada</a:t>
              </a:r>
              <a:r>
                <a:rPr lang="en-US" altLang="pt-BR" sz="1400" dirty="0"/>
                <a:t>	</a:t>
              </a:r>
            </a:p>
            <a:p>
              <a:r>
                <a:rPr lang="en-US" altLang="pt-BR" sz="1400" dirty="0"/>
                <a:t>x	  a	        c	</a:t>
              </a:r>
              <a:r>
                <a:rPr lang="en-US" altLang="pt-BR" sz="1400" dirty="0" err="1"/>
                <a:t>resposta</a:t>
              </a:r>
              <a:r>
                <a:rPr lang="en-US" altLang="pt-BR" sz="1400" dirty="0"/>
                <a:t>		</a:t>
              </a:r>
            </a:p>
            <a:p>
              <a:endParaRPr lang="en-US" altLang="pt-BR" sz="1400" dirty="0"/>
            </a:p>
            <a:p>
              <a:r>
                <a:rPr lang="en-US" altLang="pt-BR" sz="1400" dirty="0"/>
                <a:t>21				         </a:t>
              </a:r>
              <a:r>
                <a:rPr lang="en-US" altLang="pt-BR" sz="1400" dirty="0" smtClean="0"/>
                <a:t>MSG ERRO: </a:t>
              </a:r>
              <a:r>
                <a:rPr lang="en-US" altLang="pt-BR" sz="1400" dirty="0"/>
                <a:t>entre com um </a:t>
              </a:r>
              <a:r>
                <a:rPr lang="en-US" altLang="pt-BR" sz="1400" dirty="0" err="1"/>
                <a:t>inteiro</a:t>
              </a:r>
              <a:r>
                <a:rPr lang="en-US" altLang="pt-BR" sz="1400" dirty="0"/>
                <a:t> entre 1 e 20	</a:t>
              </a:r>
            </a:p>
            <a:p>
              <a:r>
                <a:rPr lang="en-US" altLang="pt-BR" sz="1400" dirty="0"/>
                <a:t>0				          </a:t>
              </a:r>
              <a:r>
                <a:rPr lang="en-US" altLang="pt-BR" sz="1400" dirty="0" smtClean="0"/>
                <a:t>MSG ERRO: entre </a:t>
              </a:r>
              <a:r>
                <a:rPr lang="en-US" altLang="pt-BR" sz="1400" dirty="0"/>
                <a:t>com um </a:t>
              </a:r>
              <a:r>
                <a:rPr lang="en-US" altLang="pt-BR" sz="1400" dirty="0" err="1"/>
                <a:t>inteiro</a:t>
              </a:r>
              <a:r>
                <a:rPr lang="en-US" altLang="pt-BR" sz="1400" dirty="0"/>
                <a:t> entre 1 e 20	</a:t>
              </a:r>
            </a:p>
            <a:p>
              <a:r>
                <a:rPr lang="en-US" altLang="pt-BR" sz="1400" dirty="0"/>
                <a:t>1	  a	        a		          o </a:t>
              </a:r>
              <a:r>
                <a:rPr lang="en-US" altLang="pt-BR" sz="1400" dirty="0" err="1"/>
                <a:t>caracter</a:t>
              </a:r>
              <a:r>
                <a:rPr lang="en-US" altLang="pt-BR" sz="1400" dirty="0"/>
                <a:t> a </a:t>
              </a:r>
              <a:r>
                <a:rPr lang="en-US" altLang="pt-BR" sz="1400" dirty="0" err="1"/>
                <a:t>aparece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na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posicao</a:t>
              </a:r>
              <a:r>
                <a:rPr lang="en-US" altLang="pt-BR" sz="1400" dirty="0"/>
                <a:t> 1	</a:t>
              </a:r>
            </a:p>
            <a:p>
              <a:r>
                <a:rPr lang="en-US" altLang="pt-BR" sz="1400" dirty="0"/>
                <a:t>			    y		</a:t>
              </a:r>
            </a:p>
            <a:p>
              <a:r>
                <a:rPr lang="en-US" altLang="pt-BR" sz="1400" dirty="0"/>
                <a:t>		        x		          o </a:t>
              </a:r>
              <a:r>
                <a:rPr lang="en-US" altLang="pt-BR" sz="1400" dirty="0" err="1"/>
                <a:t>caracter</a:t>
              </a:r>
              <a:r>
                <a:rPr lang="en-US" altLang="pt-BR" sz="1400" dirty="0"/>
                <a:t> x </a:t>
              </a:r>
              <a:r>
                <a:rPr lang="en-US" altLang="pt-BR" sz="1400" dirty="0" err="1"/>
                <a:t>não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ocorre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na</a:t>
              </a:r>
              <a:r>
                <a:rPr lang="en-US" altLang="pt-BR" sz="1400" dirty="0"/>
                <a:t> string </a:t>
              </a:r>
              <a:r>
                <a:rPr lang="en-US" altLang="pt-BR" sz="1400" dirty="0" err="1"/>
                <a:t>fornecida</a:t>
              </a:r>
              <a:r>
                <a:rPr lang="en-US" altLang="pt-BR" sz="1400" dirty="0"/>
                <a:t>	</a:t>
              </a:r>
            </a:p>
            <a:p>
              <a:r>
                <a:rPr lang="en-US" altLang="pt-BR" sz="1400" dirty="0"/>
                <a:t>			    n</a:t>
              </a:r>
            </a:p>
            <a:p>
              <a:r>
                <a:rPr lang="en-US" altLang="pt-BR" sz="1400" dirty="0"/>
                <a:t>		</a:t>
              </a:r>
            </a:p>
            <a:p>
              <a:r>
                <a:rPr lang="en-US" altLang="pt-BR" sz="1400" dirty="0"/>
                <a:t>20   </a:t>
              </a:r>
              <a:r>
                <a:rPr lang="en-US" altLang="pt-BR" sz="1400" dirty="0" err="1"/>
                <a:t>abcdefghijklmnopqrst</a:t>
              </a:r>
              <a:r>
                <a:rPr lang="en-US" altLang="pt-BR" sz="1400" dirty="0"/>
                <a:t>    a	                             o </a:t>
              </a:r>
              <a:r>
                <a:rPr lang="en-US" altLang="pt-BR" sz="1400" dirty="0" err="1"/>
                <a:t>caracter</a:t>
              </a:r>
              <a:r>
                <a:rPr lang="en-US" altLang="pt-BR" sz="1400" dirty="0"/>
                <a:t> a </a:t>
              </a:r>
              <a:r>
                <a:rPr lang="en-US" altLang="pt-BR" sz="1400" dirty="0" err="1"/>
                <a:t>aparece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na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posicao</a:t>
              </a:r>
              <a:r>
                <a:rPr lang="en-US" altLang="pt-BR" sz="1400" dirty="0"/>
                <a:t> 1	</a:t>
              </a:r>
            </a:p>
            <a:p>
              <a:r>
                <a:rPr lang="en-US" altLang="pt-BR" sz="1400" dirty="0"/>
                <a:t>			    y		</a:t>
              </a:r>
            </a:p>
            <a:p>
              <a:r>
                <a:rPr lang="en-US" altLang="pt-BR" sz="1400" dirty="0"/>
                <a:t>		        t		          o </a:t>
              </a:r>
              <a:r>
                <a:rPr lang="en-US" altLang="pt-BR" sz="1400" dirty="0" err="1"/>
                <a:t>caracter</a:t>
              </a:r>
              <a:r>
                <a:rPr lang="en-US" altLang="pt-BR" sz="1400" dirty="0"/>
                <a:t> t </a:t>
              </a:r>
              <a:r>
                <a:rPr lang="en-US" altLang="pt-BR" sz="1400" dirty="0" err="1"/>
                <a:t>aparece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na</a:t>
              </a:r>
              <a:r>
                <a:rPr lang="en-US" altLang="pt-BR" sz="1400" dirty="0"/>
                <a:t> </a:t>
              </a:r>
              <a:r>
                <a:rPr lang="en-US" altLang="pt-BR" sz="1400" dirty="0" err="1"/>
                <a:t>posicao</a:t>
              </a:r>
              <a:r>
                <a:rPr lang="en-US" altLang="pt-BR" sz="1400" dirty="0"/>
                <a:t> 20	</a:t>
              </a:r>
            </a:p>
            <a:p>
              <a:r>
                <a:rPr lang="en-US" altLang="pt-BR" sz="1400" dirty="0"/>
                <a:t>			    n		</a:t>
              </a: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240" y="2496"/>
              <a:ext cx="5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40" y="3845"/>
              <a:ext cx="532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528" y="2312"/>
              <a:ext cx="44" cy="22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1665" y="2320"/>
              <a:ext cx="24" cy="2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1968" y="2336"/>
              <a:ext cx="39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640" y="2160"/>
              <a:ext cx="8" cy="2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40" y="2160"/>
              <a:ext cx="5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48" y="2320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26" y="4551"/>
              <a:ext cx="5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566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Causa-Efeito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Como gerar casos de teste que levem em conta uma </a:t>
            </a:r>
            <a:r>
              <a:rPr lang="pt-BR" dirty="0" smtClean="0"/>
              <a:t>representação </a:t>
            </a:r>
            <a:r>
              <a:rPr lang="pt-BR" dirty="0"/>
              <a:t>estruturada do sistema? </a:t>
            </a:r>
            <a:endParaRPr lang="pt-BR" dirty="0" smtClean="0"/>
          </a:p>
          <a:p>
            <a:r>
              <a:rPr lang="pt-BR" dirty="0"/>
              <a:t>Análise </a:t>
            </a:r>
            <a:r>
              <a:rPr lang="pt-BR" dirty="0" smtClean="0"/>
              <a:t>causa-efeito, na qual:</a:t>
            </a:r>
          </a:p>
          <a:p>
            <a:pPr lvl="1"/>
            <a:r>
              <a:rPr lang="pt-BR" dirty="0"/>
              <a:t>Causa - </a:t>
            </a:r>
            <a:r>
              <a:rPr lang="pt-BR" dirty="0" smtClean="0"/>
              <a:t>condição </a:t>
            </a:r>
            <a:r>
              <a:rPr lang="pt-BR" dirty="0"/>
              <a:t>de entrada – valor </a:t>
            </a:r>
            <a:r>
              <a:rPr lang="pt-BR" dirty="0" smtClean="0"/>
              <a:t>lógico; e</a:t>
            </a:r>
          </a:p>
          <a:p>
            <a:pPr lvl="1"/>
            <a:r>
              <a:rPr lang="pt-BR" dirty="0" smtClean="0"/>
              <a:t>efeito - ações </a:t>
            </a:r>
            <a:r>
              <a:rPr lang="pt-BR" dirty="0"/>
              <a:t>realizadas em resposta às diferentes condições de </a:t>
            </a:r>
            <a:r>
              <a:rPr lang="pt-BR" dirty="0" smtClean="0"/>
              <a:t>entrada.</a:t>
            </a:r>
            <a:endParaRPr lang="pt-BR" dirty="0"/>
          </a:p>
          <a:p>
            <a:pPr lvl="1"/>
            <a:r>
              <a:rPr lang="pt-BR" dirty="0" smtClean="0"/>
              <a:t>Útil </a:t>
            </a:r>
            <a:r>
              <a:rPr lang="pt-BR" dirty="0"/>
              <a:t>quando especificações são representadas como estruturas de decisão</a:t>
            </a:r>
            <a:r>
              <a:rPr lang="pt-BR" dirty="0" smtClean="0"/>
              <a:t>:</a:t>
            </a:r>
          </a:p>
          <a:p>
            <a:pPr lvl="2"/>
            <a:r>
              <a:rPr lang="pt-BR" dirty="0" smtClean="0"/>
              <a:t>Conjuntos </a:t>
            </a:r>
            <a:r>
              <a:rPr lang="pt-BR" dirty="0"/>
              <a:t>de condições sobre valores de entradas e as ações correspondentes do sistema </a:t>
            </a:r>
            <a:endParaRPr lang="pt-BR" dirty="0" smtClean="0"/>
          </a:p>
          <a:p>
            <a:pPr lvl="1"/>
            <a:r>
              <a:rPr lang="pt-BR" dirty="0" smtClean="0"/>
              <a:t>Modelos </a:t>
            </a:r>
            <a:r>
              <a:rPr lang="pt-BR" dirty="0"/>
              <a:t>de teste: </a:t>
            </a:r>
            <a:endParaRPr lang="pt-BR" dirty="0" smtClean="0"/>
          </a:p>
          <a:p>
            <a:pPr lvl="2"/>
            <a:r>
              <a:rPr lang="pt-BR" dirty="0" smtClean="0"/>
              <a:t>árvores </a:t>
            </a:r>
            <a:r>
              <a:rPr lang="pt-BR" dirty="0"/>
              <a:t>de decisão </a:t>
            </a:r>
            <a:endParaRPr lang="pt-BR" dirty="0" smtClean="0"/>
          </a:p>
          <a:p>
            <a:pPr lvl="2"/>
            <a:r>
              <a:rPr lang="pt-BR" dirty="0" smtClean="0"/>
              <a:t>tabelas </a:t>
            </a:r>
            <a:r>
              <a:rPr lang="pt-BR" dirty="0"/>
              <a:t>de decisão </a:t>
            </a:r>
            <a:endParaRPr lang="pt-BR" dirty="0" smtClean="0"/>
          </a:p>
          <a:p>
            <a:pPr lvl="3"/>
            <a:r>
              <a:rPr lang="pt-BR" dirty="0" smtClean="0"/>
              <a:t>grafo </a:t>
            </a:r>
            <a:r>
              <a:rPr lang="pt-BR" dirty="0"/>
              <a:t>causa-efeito como modelo auxiliar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16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486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Causa-efeito – </a:t>
            </a:r>
            <a:r>
              <a:rPr lang="pt-BR" sz="3600" dirty="0" smtClean="0"/>
              <a:t>Árvore de decisão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Exemplo: Derive casos de testes para a rotina que calcula o MDC entre dois números dados.</a:t>
            </a:r>
          </a:p>
          <a:p>
            <a:pPr lvl="1"/>
            <a:r>
              <a:rPr lang="pt-BR" dirty="0" smtClean="0"/>
              <a:t>Vamos lembrar que MDC é Máximo Divisor Comum.</a:t>
            </a:r>
          </a:p>
          <a:p>
            <a:pPr lvl="1" fontAlgn="base"/>
            <a:r>
              <a:rPr lang="pt-BR" b="1" dirty="0"/>
              <a:t>Divisor</a:t>
            </a:r>
            <a:r>
              <a:rPr lang="pt-BR" dirty="0"/>
              <a:t> é aquele que divide um número e obtém um resultado exato. O 1 é o primeiro divisor de todos os números e o último divisor de um número é ele próprio.</a:t>
            </a:r>
          </a:p>
          <a:p>
            <a:pPr lvl="1" fontAlgn="base"/>
            <a:r>
              <a:rPr lang="pt-BR" b="1" dirty="0"/>
              <a:t>Comum</a:t>
            </a:r>
            <a:r>
              <a:rPr lang="pt-BR" dirty="0"/>
              <a:t> é quando o mesmo número divide os números envolvidos no exercício.</a:t>
            </a:r>
          </a:p>
          <a:p>
            <a:pPr lvl="1" fontAlgn="base"/>
            <a:r>
              <a:rPr lang="pt-BR" b="1" dirty="0"/>
              <a:t>Máximo</a:t>
            </a:r>
            <a:r>
              <a:rPr lang="pt-BR" dirty="0"/>
              <a:t> é o maior número encontrado</a:t>
            </a:r>
            <a:r>
              <a:rPr lang="pt-BR" dirty="0" smtClean="0"/>
              <a:t>.</a:t>
            </a:r>
          </a:p>
          <a:p>
            <a:pPr lvl="1" fontAlgn="base"/>
            <a:r>
              <a:rPr lang="pt-BR" dirty="0" smtClean="0"/>
              <a:t>Exemplo: O MDC (12, 18) = 6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17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666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Causa-efeito – </a:t>
            </a:r>
            <a:r>
              <a:rPr lang="pt-BR" sz="3600" dirty="0" smtClean="0"/>
              <a:t>Árvore de decisão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Exemplo: Derive casos de testes para a rotina que calcula o MDC entre dois números dados.</a:t>
            </a:r>
          </a:p>
          <a:p>
            <a:pPr marL="530352" lvl="1" indent="0">
              <a:buNone/>
            </a:pPr>
            <a:r>
              <a:rPr lang="pt-BR" dirty="0" smtClean="0"/>
              <a:t>							&lt; 0	</a:t>
            </a:r>
            <a:r>
              <a:rPr lang="pt-BR" dirty="0" err="1" smtClean="0"/>
              <a:t>mdc</a:t>
            </a:r>
            <a:r>
              <a:rPr lang="pt-BR" dirty="0" smtClean="0"/>
              <a:t>(|a|, |b|)</a:t>
            </a:r>
          </a:p>
          <a:p>
            <a:pPr marL="530352" lvl="1" indent="0">
              <a:buNone/>
            </a:pPr>
            <a:r>
              <a:rPr lang="pt-BR" dirty="0" smtClean="0"/>
              <a:t>					b		= 0	</a:t>
            </a:r>
            <a:r>
              <a:rPr lang="pt-BR" dirty="0" err="1" smtClean="0"/>
              <a:t>mdc</a:t>
            </a:r>
            <a:r>
              <a:rPr lang="pt-BR" dirty="0" smtClean="0"/>
              <a:t> (a, b) = |a|</a:t>
            </a:r>
          </a:p>
          <a:p>
            <a:pPr marL="530352" lvl="1" indent="0">
              <a:buNone/>
            </a:pPr>
            <a:r>
              <a:rPr lang="pt-BR" dirty="0" smtClean="0"/>
              <a:t>			&lt; 0				&gt; 0	</a:t>
            </a:r>
            <a:r>
              <a:rPr lang="pt-BR" dirty="0" err="1" smtClean="0"/>
              <a:t>mdc</a:t>
            </a:r>
            <a:r>
              <a:rPr lang="pt-BR" dirty="0" smtClean="0"/>
              <a:t>(|a|, b)</a:t>
            </a:r>
          </a:p>
          <a:p>
            <a:pPr marL="530352" lvl="1" indent="0">
              <a:buNone/>
            </a:pPr>
            <a:r>
              <a:rPr lang="pt-BR" dirty="0"/>
              <a:t>		</a:t>
            </a:r>
            <a:r>
              <a:rPr lang="pt-BR" dirty="0" smtClean="0"/>
              <a:t>					&lt; </a:t>
            </a:r>
            <a:r>
              <a:rPr lang="pt-BR" dirty="0"/>
              <a:t>0	</a:t>
            </a:r>
            <a:r>
              <a:rPr lang="pt-BR" dirty="0" err="1" smtClean="0"/>
              <a:t>mdc</a:t>
            </a:r>
            <a:r>
              <a:rPr lang="pt-BR" dirty="0" smtClean="0"/>
              <a:t>(a, b) = |b|</a:t>
            </a:r>
            <a:endParaRPr lang="pt-BR" dirty="0"/>
          </a:p>
          <a:p>
            <a:pPr marL="530352" lvl="1" indent="0">
              <a:buNone/>
            </a:pPr>
            <a:r>
              <a:rPr lang="pt-BR" dirty="0" smtClean="0"/>
              <a:t>a			= 0		b</a:t>
            </a:r>
            <a:r>
              <a:rPr lang="pt-BR" dirty="0"/>
              <a:t>		= 0	</a:t>
            </a:r>
            <a:r>
              <a:rPr lang="pt-BR" dirty="0" smtClean="0"/>
              <a:t>exceção</a:t>
            </a:r>
            <a:endParaRPr lang="pt-BR" dirty="0"/>
          </a:p>
          <a:p>
            <a:pPr marL="530352" lvl="1" indent="0">
              <a:buNone/>
            </a:pPr>
            <a:r>
              <a:rPr lang="pt-BR" dirty="0"/>
              <a:t>	</a:t>
            </a:r>
            <a:r>
              <a:rPr lang="pt-BR" dirty="0" smtClean="0"/>
              <a:t>					</a:t>
            </a:r>
            <a:r>
              <a:rPr lang="pt-BR" dirty="0"/>
              <a:t>	&gt; 0	</a:t>
            </a:r>
            <a:r>
              <a:rPr lang="pt-BR" dirty="0" err="1" smtClean="0"/>
              <a:t>mdc</a:t>
            </a:r>
            <a:r>
              <a:rPr lang="pt-BR" dirty="0" smtClean="0"/>
              <a:t>(a, b) = b</a:t>
            </a:r>
            <a:endParaRPr lang="pt-BR" dirty="0"/>
          </a:p>
          <a:p>
            <a:pPr marL="530352" lvl="1" indent="0">
              <a:buNone/>
            </a:pPr>
            <a:r>
              <a:rPr lang="pt-BR" dirty="0" smtClean="0"/>
              <a:t>		</a:t>
            </a:r>
            <a:r>
              <a:rPr lang="pt-BR" dirty="0"/>
              <a:t>	</a:t>
            </a:r>
            <a:r>
              <a:rPr lang="pt-BR" dirty="0" smtClean="0"/>
              <a:t>&gt; 0		</a:t>
            </a:r>
            <a:r>
              <a:rPr lang="pt-BR" dirty="0"/>
              <a:t>	</a:t>
            </a:r>
            <a:r>
              <a:rPr lang="pt-BR" dirty="0" smtClean="0"/>
              <a:t>	&lt; </a:t>
            </a:r>
            <a:r>
              <a:rPr lang="pt-BR" dirty="0"/>
              <a:t>0	</a:t>
            </a:r>
            <a:r>
              <a:rPr lang="pt-BR" dirty="0" err="1" smtClean="0"/>
              <a:t>mdc</a:t>
            </a:r>
            <a:r>
              <a:rPr lang="pt-BR" dirty="0" smtClean="0"/>
              <a:t>(a, |b|)</a:t>
            </a:r>
            <a:endParaRPr lang="pt-BR" dirty="0"/>
          </a:p>
          <a:p>
            <a:pPr marL="530352" lvl="1" indent="0">
              <a:buNone/>
            </a:pPr>
            <a:r>
              <a:rPr lang="pt-BR" dirty="0" smtClean="0"/>
              <a:t>					b</a:t>
            </a:r>
            <a:r>
              <a:rPr lang="pt-BR" dirty="0"/>
              <a:t>		= 0	</a:t>
            </a:r>
            <a:r>
              <a:rPr lang="pt-BR" dirty="0" err="1"/>
              <a:t>mdc</a:t>
            </a:r>
            <a:r>
              <a:rPr lang="pt-BR" dirty="0"/>
              <a:t> (a, b) = </a:t>
            </a:r>
            <a:r>
              <a:rPr lang="pt-BR" dirty="0" smtClean="0"/>
              <a:t>a</a:t>
            </a:r>
            <a:endParaRPr lang="pt-BR" dirty="0"/>
          </a:p>
          <a:p>
            <a:pPr marL="530352" lvl="1" indent="0">
              <a:buNone/>
            </a:pPr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/>
              <a:t>	</a:t>
            </a:r>
            <a:r>
              <a:rPr lang="pt-BR" dirty="0" smtClean="0"/>
              <a:t>				&gt; </a:t>
            </a:r>
            <a:r>
              <a:rPr lang="pt-BR" dirty="0"/>
              <a:t>0	</a:t>
            </a:r>
            <a:r>
              <a:rPr lang="pt-BR" dirty="0" err="1" smtClean="0"/>
              <a:t>mdc</a:t>
            </a:r>
            <a:r>
              <a:rPr lang="pt-BR" dirty="0" smtClean="0"/>
              <a:t>(a, </a:t>
            </a:r>
            <a:r>
              <a:rPr lang="pt-BR" dirty="0"/>
              <a:t>b)</a:t>
            </a:r>
          </a:p>
          <a:p>
            <a:pPr marL="530352" lvl="1" indent="0">
              <a:buNone/>
            </a:pPr>
            <a:endParaRPr lang="pt-BR" dirty="0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1500188" y="3571875"/>
            <a:ext cx="1414462" cy="585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V="1">
            <a:off x="3257550" y="3100389"/>
            <a:ext cx="942975" cy="314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V="1">
            <a:off x="1500188" y="4265333"/>
            <a:ext cx="1257300" cy="44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1500188" y="4417733"/>
            <a:ext cx="1257300" cy="594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V="1">
            <a:off x="4352925" y="2700338"/>
            <a:ext cx="1191517" cy="295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4352925" y="3100389"/>
            <a:ext cx="10701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4352925" y="3205166"/>
            <a:ext cx="1070131" cy="23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3257550" y="4287698"/>
            <a:ext cx="914400" cy="8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/>
          <p:nvPr/>
        </p:nvCxnSpPr>
        <p:spPr>
          <a:xfrm>
            <a:off x="3257550" y="5169274"/>
            <a:ext cx="914400" cy="302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 flipV="1">
            <a:off x="4376733" y="3881434"/>
            <a:ext cx="1191517" cy="295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/>
          <p:nvPr/>
        </p:nvCxnSpPr>
        <p:spPr>
          <a:xfrm>
            <a:off x="4376733" y="4281485"/>
            <a:ext cx="10701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>
            <a:off x="4376733" y="4386262"/>
            <a:ext cx="1070131" cy="23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/>
          <p:nvPr/>
        </p:nvCxnSpPr>
        <p:spPr>
          <a:xfrm flipV="1">
            <a:off x="4405310" y="5095884"/>
            <a:ext cx="1191517" cy="295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/>
          <p:nvPr/>
        </p:nvCxnSpPr>
        <p:spPr>
          <a:xfrm>
            <a:off x="4405310" y="5495935"/>
            <a:ext cx="10701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/>
          <p:nvPr/>
        </p:nvCxnSpPr>
        <p:spPr>
          <a:xfrm>
            <a:off x="4405310" y="5600712"/>
            <a:ext cx="1070131" cy="23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18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323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Causa-efeito – </a:t>
            </a:r>
            <a:r>
              <a:rPr lang="pt-BR" sz="3600" dirty="0" smtClean="0"/>
              <a:t>Tabela de decisão</a:t>
            </a:r>
            <a:endParaRPr lang="pt-BR" sz="36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140689"/>
              </p:ext>
            </p:extLst>
          </p:nvPr>
        </p:nvGraphicFramePr>
        <p:xfrm>
          <a:off x="1248508" y="1562103"/>
          <a:ext cx="7051428" cy="4240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4648"/>
                <a:gridCol w="869540"/>
                <a:gridCol w="869540"/>
                <a:gridCol w="869540"/>
                <a:gridCol w="869540"/>
                <a:gridCol w="869540"/>
                <a:gridCol w="869540"/>
                <a:gridCol w="869540"/>
              </a:tblGrid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Condições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Combinações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c2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01159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...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01159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Ações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...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5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19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183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Causa-efeito – </a:t>
            </a:r>
            <a:r>
              <a:rPr lang="pt-BR" sz="3600" dirty="0" smtClean="0"/>
              <a:t>Tabela de decisão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5861" y="1669774"/>
            <a:ext cx="8242852" cy="810271"/>
          </a:xfrm>
        </p:spPr>
        <p:txBody>
          <a:bodyPr>
            <a:normAutofit/>
          </a:bodyPr>
          <a:lstStyle/>
          <a:p>
            <a:r>
              <a:rPr lang="pt-BR" dirty="0" smtClean="0"/>
              <a:t>Exemplo: Derive casos de testes para a rotina que calcula o MDC entre dois números dados.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775698"/>
              </p:ext>
            </p:extLst>
          </p:nvPr>
        </p:nvGraphicFramePr>
        <p:xfrm>
          <a:off x="1301263" y="2752724"/>
          <a:ext cx="6945922" cy="3560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6750"/>
                <a:gridCol w="1297293"/>
                <a:gridCol w="1297293"/>
                <a:gridCol w="1297293"/>
                <a:gridCol w="1297293"/>
              </a:tblGrid>
              <a:tr h="50143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a &lt;&gt; 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V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V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F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F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2650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b &lt;&gt; 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V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F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V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F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2650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 err="1">
                          <a:effectLst/>
                        </a:rPr>
                        <a:t>mdc</a:t>
                      </a:r>
                      <a:r>
                        <a:rPr lang="pt-BR" sz="1400" u="none" strike="noStrike" dirty="0">
                          <a:effectLst/>
                        </a:rPr>
                        <a:t> (</a:t>
                      </a:r>
                      <a:r>
                        <a:rPr lang="pt-BR" sz="1400" u="none" strike="noStrike" dirty="0" err="1">
                          <a:effectLst/>
                        </a:rPr>
                        <a:t>a,b</a:t>
                      </a:r>
                      <a:r>
                        <a:rPr lang="pt-BR" sz="1400" u="none" strike="noStrike" dirty="0">
                          <a:effectLst/>
                        </a:rPr>
                        <a:t>) = 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X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 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143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mdc (a,b) =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X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143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mdc (a,b)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 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 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143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exceção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X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1430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20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476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Causa-efeito – </a:t>
            </a:r>
            <a:r>
              <a:rPr lang="pt-BR" sz="3600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Supor um sistema bancário que trate somente duas transações: </a:t>
            </a:r>
            <a:endParaRPr lang="pt-BR" dirty="0" smtClean="0"/>
          </a:p>
          <a:p>
            <a:pPr lvl="1"/>
            <a:r>
              <a:rPr lang="pt-BR" dirty="0" smtClean="0"/>
              <a:t>Depósito	 </a:t>
            </a:r>
            <a:r>
              <a:rPr lang="pt-BR" dirty="0"/>
              <a:t>nº da conta </a:t>
            </a:r>
            <a:r>
              <a:rPr lang="pt-BR" dirty="0" smtClean="0"/>
              <a:t>	quantia </a:t>
            </a:r>
          </a:p>
          <a:p>
            <a:pPr lvl="1"/>
            <a:r>
              <a:rPr lang="pt-BR" dirty="0" smtClean="0"/>
              <a:t>saque 	nº </a:t>
            </a:r>
            <a:r>
              <a:rPr lang="pt-BR" dirty="0"/>
              <a:t>da conta </a:t>
            </a:r>
            <a:r>
              <a:rPr lang="pt-BR" dirty="0" smtClean="0"/>
              <a:t>	quantia </a:t>
            </a:r>
          </a:p>
          <a:p>
            <a:r>
              <a:rPr lang="pt-BR" dirty="0" smtClean="0"/>
              <a:t>Requisitos</a:t>
            </a:r>
            <a:r>
              <a:rPr lang="pt-BR" dirty="0"/>
              <a:t>: </a:t>
            </a:r>
            <a:endParaRPr lang="pt-BR" dirty="0" smtClean="0"/>
          </a:p>
          <a:p>
            <a:pPr lvl="1"/>
            <a:r>
              <a:rPr lang="pt-BR" dirty="0" smtClean="0"/>
              <a:t>se </a:t>
            </a:r>
            <a:r>
              <a:rPr lang="pt-BR" dirty="0"/>
              <a:t>o comando é depósito e o nº da conta é válido então a quantia é </a:t>
            </a:r>
            <a:r>
              <a:rPr lang="pt-BR" dirty="0" smtClean="0"/>
              <a:t>depositada;</a:t>
            </a:r>
          </a:p>
          <a:p>
            <a:pPr lvl="1"/>
            <a:r>
              <a:rPr lang="pt-BR" dirty="0" smtClean="0"/>
              <a:t>se </a:t>
            </a:r>
            <a:r>
              <a:rPr lang="pt-BR" dirty="0"/>
              <a:t>o comando é saque e o nº da conta é válido e a quantia é válida (0 &lt; quantia ≤ saldo) então a quantia </a:t>
            </a:r>
            <a:r>
              <a:rPr lang="pt-BR" dirty="0" smtClean="0"/>
              <a:t>é sacada;</a:t>
            </a:r>
          </a:p>
          <a:p>
            <a:pPr lvl="1"/>
            <a:r>
              <a:rPr lang="pt-BR" dirty="0" smtClean="0"/>
              <a:t>se </a:t>
            </a:r>
            <a:r>
              <a:rPr lang="pt-BR" dirty="0"/>
              <a:t>o comando ou nº da conta ou a quantia for inválido então exibir mensagem de erro </a:t>
            </a:r>
            <a:r>
              <a:rPr lang="pt-BR" dirty="0" smtClean="0"/>
              <a:t>apropriada.</a:t>
            </a:r>
            <a:endParaRPr lang="pt-BR" dirty="0"/>
          </a:p>
          <a:p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094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Causa-efeito – </a:t>
            </a:r>
            <a:r>
              <a:rPr lang="pt-BR" sz="3600" dirty="0" smtClean="0"/>
              <a:t>Exemplo</a:t>
            </a:r>
            <a:endParaRPr lang="pt-BR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87935"/>
              </p:ext>
            </p:extLst>
          </p:nvPr>
        </p:nvGraphicFramePr>
        <p:xfrm>
          <a:off x="1160583" y="1987060"/>
          <a:ext cx="7373814" cy="3358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2454"/>
                <a:gridCol w="752670"/>
                <a:gridCol w="752670"/>
                <a:gridCol w="752670"/>
                <a:gridCol w="752670"/>
                <a:gridCol w="752670"/>
                <a:gridCol w="752670"/>
                <a:gridCol w="752670"/>
                <a:gridCol w="752670"/>
              </a:tblGrid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Operação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nro conta válido?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quantia &lt;= saldo?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Depositar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Sacar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7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Msg erro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X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22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527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Causa-efeito – </a:t>
            </a:r>
            <a:r>
              <a:rPr lang="pt-BR" sz="3600" dirty="0" smtClean="0"/>
              <a:t>Exemplo – Tabela simplificada</a:t>
            </a:r>
            <a:endParaRPr lang="pt-BR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653320"/>
              </p:ext>
            </p:extLst>
          </p:nvPr>
        </p:nvGraphicFramePr>
        <p:xfrm>
          <a:off x="1160583" y="1987060"/>
          <a:ext cx="7097590" cy="3499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6375"/>
                <a:gridCol w="1044243"/>
                <a:gridCol w="1044243"/>
                <a:gridCol w="1044243"/>
                <a:gridCol w="1044243"/>
                <a:gridCol w="1044243"/>
              </a:tblGrid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Operação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nro conta válido?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quantia &lt;= saldo?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Depositar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Sacar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22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Msg erro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X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X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227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Funcional</a:t>
            </a:r>
            <a:r>
              <a:rPr lang="en-US" altLang="pt-BR" dirty="0"/>
              <a:t> - </a:t>
            </a:r>
            <a:r>
              <a:rPr lang="en-US" altLang="pt-BR" sz="3200" dirty="0" err="1"/>
              <a:t>exercícios</a:t>
            </a:r>
            <a:endParaRPr lang="en-US" altLang="pt-BR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Considerando o teste funcional e os métodos de </a:t>
            </a:r>
            <a:r>
              <a:rPr lang="pt-BR" dirty="0" err="1"/>
              <a:t>Particionamento</a:t>
            </a:r>
            <a:r>
              <a:rPr lang="pt-BR" dirty="0"/>
              <a:t> em Classes de Equivalência e Análise do Valor Limite, derive um conjunto de casos de teste para os seguintes componentes: </a:t>
            </a:r>
          </a:p>
          <a:p>
            <a:pPr lvl="1"/>
            <a:r>
              <a:rPr lang="pt-BR" dirty="0"/>
              <a:t>uma rotina de ordenação, que ordena vetores de números inteiros; </a:t>
            </a:r>
          </a:p>
          <a:p>
            <a:pPr lvl="1"/>
            <a:r>
              <a:rPr lang="pt-BR" dirty="0"/>
              <a:t>uma rotina que examina uma linha de texto e conta o número de caracteres diferentes de branco dessa linha. </a:t>
            </a:r>
          </a:p>
          <a:p>
            <a:pPr lvl="1"/>
            <a:r>
              <a:rPr lang="pt-BR" dirty="0"/>
              <a:t>uma rotina que examina uma linha e substitui sequências de caracteres brancos por um único caractere branco</a:t>
            </a:r>
            <a:r>
              <a:rPr lang="pt-BR" dirty="0" smtClean="0"/>
              <a:t>.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650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Funcional</a:t>
            </a:r>
            <a:r>
              <a:rPr lang="en-US" altLang="pt-BR" dirty="0"/>
              <a:t> - </a:t>
            </a:r>
            <a:r>
              <a:rPr lang="en-US" altLang="pt-BR" sz="3200" dirty="0" err="1"/>
              <a:t>exercícios</a:t>
            </a:r>
            <a:endParaRPr lang="en-US" altLang="pt-BR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3"/>
            <a:ext cx="8242852" cy="4871704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Um </a:t>
            </a:r>
            <a:r>
              <a:rPr lang="pt-BR" dirty="0"/>
              <a:t>algoritmo que determine e mostre a soma dos números inteiros ímpares múltiplos de 3 em um intervalo entre zero e um número informado pelo usuário.</a:t>
            </a:r>
          </a:p>
          <a:p>
            <a:pPr lvl="1"/>
            <a:r>
              <a:rPr lang="pt-BR" dirty="0"/>
              <a:t>Um algoritmo que determine e mostre a soma dos números inteiros ímpares múltiplos de 3 em um intervalo entre zero e um número informado pelo usuário.</a:t>
            </a:r>
            <a:r>
              <a:rPr lang="pt-BR" b="1" dirty="0"/>
              <a:t> </a:t>
            </a:r>
            <a:r>
              <a:rPr lang="pt-BR" dirty="0"/>
              <a:t>Se a distância for maior do que zero, deve ser mostrada essa distância, caso contrário deve ser solicitado outras coordenadas.</a:t>
            </a:r>
          </a:p>
          <a:p>
            <a:pPr lvl="1"/>
            <a:r>
              <a:rPr lang="pt-BR" dirty="0"/>
              <a:t> Um programa que</a:t>
            </a:r>
            <a:r>
              <a:rPr lang="pt-BR" b="1" dirty="0"/>
              <a:t> </a:t>
            </a:r>
            <a:r>
              <a:rPr lang="pt-BR" dirty="0"/>
              <a:t>leia dois números inteiros e apresente ao usuário quatro opções de operações aritméticas : adição, subtração, multiplicação e divisão. Se o usuário escolheu adição, mostrar a soma dos dois números ; se escolheu subtração, mostrar a subtração dos dois números e assim sucessivamente.</a:t>
            </a:r>
          </a:p>
          <a:p>
            <a:pPr lvl="1"/>
            <a:r>
              <a:rPr lang="pt-BR" dirty="0"/>
              <a:t>um algoritmo para calcular o novo salário de um funcionário. Sabe-se que os funcionários que recebem atualmente salário de até R$500 terão aumento de 20%; os demais terão aumento de 10</a:t>
            </a:r>
            <a:r>
              <a:rPr lang="pt-BR" dirty="0" smtClean="0"/>
              <a:t>%.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650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Funcional</a:t>
            </a:r>
            <a:r>
              <a:rPr lang="en-US" altLang="pt-BR" dirty="0"/>
              <a:t> - </a:t>
            </a:r>
            <a:r>
              <a:rPr lang="en-US" altLang="pt-BR" sz="3200" dirty="0" err="1"/>
              <a:t>exercícios</a:t>
            </a:r>
            <a:endParaRPr lang="en-US" altLang="pt-BR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197735"/>
            <a:ext cx="8242852" cy="5259335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pt-BR" dirty="0" smtClean="0"/>
              <a:t>O </a:t>
            </a:r>
            <a:r>
              <a:rPr lang="pt-BR" dirty="0"/>
              <a:t>custo de um carro novo ao consumidor é a soma do custo de fábrica com a porcentagem do distribuidor e dos impostos (aplicados ao custo de fábrica). Supondo que o percentual do distribuidor seja de 28% e os impostos de 45%, escrever um algoritmo para ler o custo de fábrica de um carro, calcular e escrever o custo final ao consumidor. </a:t>
            </a:r>
            <a:endParaRPr lang="pt-BR" dirty="0" smtClean="0"/>
          </a:p>
          <a:p>
            <a:pPr lvl="1"/>
            <a:r>
              <a:rPr lang="pt-BR" dirty="0" smtClean="0"/>
              <a:t>Uma </a:t>
            </a:r>
            <a:r>
              <a:rPr lang="pt-BR" dirty="0"/>
              <a:t>revendedora de carros usados paga a seus funcionários vendedores um salário fixo por mês, mais uma comissão também fixa para cada carro vendido e mais 5% do valor das vendas por ele efetuadas. Escrever um algoritmo que leia o número de carros por ele vendidos, o valor total de suas vendas, o salário fixo e o valor que ele recebe por carro vendido. Calcule e escreva o salário final do vendedor.</a:t>
            </a:r>
          </a:p>
          <a:p>
            <a:pPr lvl="1"/>
            <a:r>
              <a:rPr lang="pt-BR" dirty="0"/>
              <a:t>Uma empresa quer verificar se um empregado está qualificado para a aposentadoria ou não. Para estar em condições, um dos seguintes requisitos deve ser satisfeito: - Ter no mínimo 65 anos de idade. - Ter trabalhado no mínimo 30 anos. - Ter no mínimo 60 anos e ter trabalhado no mínimo 25 anos. Com base nas informações acima, faça um algoritmo que leia: o número do empregado (código), o ano de seu nascimento e o ano de seu ingresso na empresa. O programa deverá escrever a idade e o tempo de trabalho do empregado e a mensagem 'Requerer aposentadoria' ou 'Não requerer</a:t>
            </a:r>
            <a:r>
              <a:rPr lang="pt-BR" dirty="0" smtClean="0"/>
              <a:t>'.</a:t>
            </a:r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26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952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786"/>
    </mc:Choice>
    <mc:Fallback xmlns="">
      <p:transition spd="slow" advTm="214786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Considere </a:t>
            </a:r>
            <a:r>
              <a:rPr lang="pt-BR" dirty="0"/>
              <a:t>uma </a:t>
            </a:r>
            <a:r>
              <a:rPr lang="pt-BR" dirty="0" smtClean="0"/>
              <a:t>função </a:t>
            </a:r>
            <a:r>
              <a:rPr lang="pt-BR" dirty="0"/>
              <a:t>com duas </a:t>
            </a:r>
            <a:r>
              <a:rPr lang="pt-BR" dirty="0" smtClean="0"/>
              <a:t>variáveis </a:t>
            </a:r>
            <a:r>
              <a:rPr lang="pt-BR" dirty="0"/>
              <a:t>de entrada (Produto e Pagamento) e uma </a:t>
            </a:r>
            <a:r>
              <a:rPr lang="pt-BR" dirty="0" smtClean="0"/>
              <a:t>variável </a:t>
            </a:r>
            <a:r>
              <a:rPr lang="pt-BR" dirty="0"/>
              <a:t>de </a:t>
            </a:r>
            <a:r>
              <a:rPr lang="pt-BR" dirty="0" smtClean="0"/>
              <a:t>saída </a:t>
            </a:r>
            <a:r>
              <a:rPr lang="pt-BR" dirty="0"/>
              <a:t>(Desconto).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produto pode ser livro, </a:t>
            </a:r>
            <a:r>
              <a:rPr lang="pt-BR" dirty="0" smtClean="0"/>
              <a:t>eletrônico </a:t>
            </a:r>
            <a:r>
              <a:rPr lang="pt-BR" dirty="0"/>
              <a:t>ou roupa e o meio de pagamento pode ser </a:t>
            </a:r>
            <a:r>
              <a:rPr lang="pt-BR" dirty="0" smtClean="0"/>
              <a:t>crédito, transferência </a:t>
            </a:r>
            <a:r>
              <a:rPr lang="pt-BR" dirty="0"/>
              <a:t>ou boleto.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função </a:t>
            </a:r>
            <a:r>
              <a:rPr lang="pt-BR" dirty="0"/>
              <a:t>calcula o desconto de acordo com as seguintes regras: </a:t>
            </a:r>
            <a:endParaRPr lang="pt-BR" dirty="0" smtClean="0"/>
          </a:p>
          <a:p>
            <a:pPr lvl="1"/>
            <a:r>
              <a:rPr lang="pt-BR" dirty="0" smtClean="0"/>
              <a:t>Todos </a:t>
            </a:r>
            <a:r>
              <a:rPr lang="pt-BR" dirty="0"/>
              <a:t>os livros possuem 10% de desconto; </a:t>
            </a:r>
            <a:endParaRPr lang="pt-BR" dirty="0" smtClean="0"/>
          </a:p>
          <a:p>
            <a:pPr lvl="1"/>
            <a:r>
              <a:rPr lang="pt-BR" dirty="0" smtClean="0"/>
              <a:t>Eletrônicos </a:t>
            </a:r>
            <a:r>
              <a:rPr lang="pt-BR" dirty="0"/>
              <a:t>comprados por boleto ou </a:t>
            </a:r>
            <a:r>
              <a:rPr lang="pt-BR" dirty="0" smtClean="0"/>
              <a:t>transferência </a:t>
            </a:r>
            <a:r>
              <a:rPr lang="pt-BR" dirty="0"/>
              <a:t>possuem 15% de desconto, e nenhum desconto caso a compra seja feita por </a:t>
            </a:r>
            <a:r>
              <a:rPr lang="pt-BR" dirty="0" smtClean="0"/>
              <a:t>crédito; </a:t>
            </a:r>
          </a:p>
          <a:p>
            <a:pPr lvl="1"/>
            <a:r>
              <a:rPr lang="pt-BR" dirty="0" smtClean="0"/>
              <a:t>As </a:t>
            </a:r>
            <a:r>
              <a:rPr lang="pt-BR" dirty="0"/>
              <a:t>roupas possuem 5% de desconto para compras com </a:t>
            </a:r>
            <a:r>
              <a:rPr lang="pt-BR" dirty="0" smtClean="0"/>
              <a:t>crédito, </a:t>
            </a:r>
            <a:r>
              <a:rPr lang="pt-BR" dirty="0"/>
              <a:t>10% para compras com </a:t>
            </a:r>
            <a:r>
              <a:rPr lang="pt-BR" dirty="0" smtClean="0"/>
              <a:t>transferência </a:t>
            </a:r>
            <a:r>
              <a:rPr lang="pt-BR" dirty="0"/>
              <a:t>e 15% de desconto para compras com boleto.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Crie </a:t>
            </a:r>
            <a:r>
              <a:rPr lang="pt-BR" dirty="0"/>
              <a:t>uma </a:t>
            </a:r>
            <a:r>
              <a:rPr lang="pt-BR" dirty="0" smtClean="0"/>
              <a:t>tabela ou árvore </a:t>
            </a:r>
            <a:r>
              <a:rPr lang="pt-BR" dirty="0"/>
              <a:t>de </a:t>
            </a:r>
            <a:r>
              <a:rPr lang="pt-BR" dirty="0" smtClean="0"/>
              <a:t>decisão </a:t>
            </a:r>
            <a:r>
              <a:rPr lang="pt-BR" dirty="0"/>
              <a:t>para orientar os casos de teste desta </a:t>
            </a:r>
            <a:r>
              <a:rPr lang="pt-BR" dirty="0" smtClean="0"/>
              <a:t>função </a:t>
            </a:r>
            <a:r>
              <a:rPr lang="pt-BR" dirty="0"/>
              <a:t>com base nas regras </a:t>
            </a:r>
            <a:r>
              <a:rPr lang="pt-BR" dirty="0" smtClean="0"/>
              <a:t>especificadas. </a:t>
            </a:r>
            <a:endParaRPr lang="pt-BR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170172" y="76204"/>
            <a:ext cx="6748541" cy="1485900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Funcional</a:t>
            </a:r>
            <a:r>
              <a:rPr lang="en-US" altLang="pt-BR" dirty="0"/>
              <a:t> - </a:t>
            </a:r>
            <a:r>
              <a:rPr lang="en-US" altLang="pt-BR" sz="3200" dirty="0" err="1"/>
              <a:t>exercícios</a:t>
            </a:r>
            <a:endParaRPr lang="en-US" alt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27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652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5861" y="1683842"/>
            <a:ext cx="8242852" cy="47836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smtClean="0"/>
              <a:t>Considere </a:t>
            </a:r>
            <a:r>
              <a:rPr lang="pt-BR" dirty="0"/>
              <a:t>uma </a:t>
            </a:r>
            <a:r>
              <a:rPr lang="pt-BR" dirty="0" smtClean="0"/>
              <a:t>função </a:t>
            </a:r>
            <a:r>
              <a:rPr lang="pt-BR" dirty="0"/>
              <a:t>com duas </a:t>
            </a:r>
            <a:r>
              <a:rPr lang="pt-BR" dirty="0" smtClean="0"/>
              <a:t>variáveis </a:t>
            </a:r>
            <a:r>
              <a:rPr lang="pt-BR" dirty="0"/>
              <a:t>de entrada (Cliente e </a:t>
            </a:r>
            <a:r>
              <a:rPr lang="pt-BR" dirty="0" smtClean="0"/>
              <a:t>Qtd) </a:t>
            </a:r>
            <a:r>
              <a:rPr lang="pt-BR" dirty="0"/>
              <a:t>e uma </a:t>
            </a:r>
            <a:r>
              <a:rPr lang="pt-BR" dirty="0" smtClean="0"/>
              <a:t>variável </a:t>
            </a:r>
            <a:r>
              <a:rPr lang="pt-BR" dirty="0"/>
              <a:t>de </a:t>
            </a:r>
            <a:r>
              <a:rPr lang="pt-BR" dirty="0" smtClean="0"/>
              <a:t>saída </a:t>
            </a:r>
            <a:r>
              <a:rPr lang="pt-BR" dirty="0"/>
              <a:t>(Desconto).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Cliente </a:t>
            </a:r>
            <a:r>
              <a:rPr lang="pt-BR" dirty="0"/>
              <a:t>pode ser do tipo A, B ou C e Qtd pode variar de 1 a 1000.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função </a:t>
            </a:r>
            <a:r>
              <a:rPr lang="pt-BR" dirty="0"/>
              <a:t>calcula Desconto de acordo com as seguintes regras: </a:t>
            </a:r>
            <a:endParaRPr lang="pt-BR" dirty="0" smtClean="0"/>
          </a:p>
          <a:p>
            <a:pPr lvl="1"/>
            <a:r>
              <a:rPr lang="pt-BR" dirty="0" smtClean="0"/>
              <a:t>Clientes </a:t>
            </a:r>
            <a:r>
              <a:rPr lang="pt-BR" dirty="0"/>
              <a:t>do tipo A </a:t>
            </a:r>
            <a:r>
              <a:rPr lang="pt-BR" dirty="0" smtClean="0"/>
              <a:t>não </a:t>
            </a:r>
            <a:r>
              <a:rPr lang="pt-BR" dirty="0"/>
              <a:t>recebem desconto se Qtd for inferior a 10; recebem 5% desconto para Qtd </a:t>
            </a:r>
            <a:r>
              <a:rPr lang="pt-BR" dirty="0" smtClean="0"/>
              <a:t>entre 10 </a:t>
            </a:r>
            <a:r>
              <a:rPr lang="pt-BR" dirty="0"/>
              <a:t>e 99; recebem 10% de desconto se Qtd for 100 ou maior. </a:t>
            </a:r>
            <a:endParaRPr lang="pt-BR" dirty="0" smtClean="0"/>
          </a:p>
          <a:p>
            <a:pPr lvl="1"/>
            <a:r>
              <a:rPr lang="pt-BR" dirty="0" smtClean="0"/>
              <a:t>Clientes </a:t>
            </a:r>
            <a:r>
              <a:rPr lang="pt-BR" dirty="0"/>
              <a:t>do tipo B recebem 5% de desconto para Qtd abaixo de 10; 10% de desconto para Qtd entre 10 e 99; 20% de desconto se Qtd for 100 ou maior. </a:t>
            </a:r>
            <a:endParaRPr lang="pt-BR" dirty="0" smtClean="0"/>
          </a:p>
          <a:p>
            <a:pPr lvl="1"/>
            <a:r>
              <a:rPr lang="pt-BR" dirty="0" smtClean="0"/>
              <a:t>Clientes </a:t>
            </a:r>
            <a:r>
              <a:rPr lang="pt-BR" dirty="0"/>
              <a:t>do tipo C </a:t>
            </a:r>
            <a:r>
              <a:rPr lang="pt-BR" dirty="0" smtClean="0"/>
              <a:t>não </a:t>
            </a:r>
            <a:r>
              <a:rPr lang="pt-BR" dirty="0"/>
              <a:t>recebem desconto se Qtd for inferior a 10; 20% de desconto se Qtd estiver entre 10 e 99; 30% de desconto se Qtd for 100 ou maior.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Crie </a:t>
            </a:r>
            <a:r>
              <a:rPr lang="pt-BR" dirty="0"/>
              <a:t>uma tabela </a:t>
            </a:r>
            <a:r>
              <a:rPr lang="pt-BR" dirty="0" smtClean="0"/>
              <a:t>ou árvore de decisão </a:t>
            </a:r>
            <a:r>
              <a:rPr lang="pt-BR" dirty="0"/>
              <a:t>para orientar os casos de teste desta </a:t>
            </a:r>
            <a:r>
              <a:rPr lang="pt-BR" dirty="0" smtClean="0"/>
              <a:t>função </a:t>
            </a:r>
            <a:r>
              <a:rPr lang="pt-BR" dirty="0"/>
              <a:t>com base nas regras </a:t>
            </a:r>
            <a:r>
              <a:rPr lang="pt-BR" dirty="0" smtClean="0"/>
              <a:t>especificadas. </a:t>
            </a:r>
            <a:endParaRPr lang="pt-BR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170172" y="93789"/>
            <a:ext cx="6748541" cy="1485900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</a:t>
            </a:r>
            <a:r>
              <a:rPr lang="en-US" altLang="pt-BR" dirty="0" err="1"/>
              <a:t>Funcional</a:t>
            </a:r>
            <a:r>
              <a:rPr lang="en-US" altLang="pt-BR" dirty="0"/>
              <a:t> - </a:t>
            </a:r>
            <a:r>
              <a:rPr lang="en-US" altLang="pt-BR" sz="3200" dirty="0" err="1"/>
              <a:t>exercícios</a:t>
            </a:r>
            <a:endParaRPr lang="en-US" alt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28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58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de Testes </a:t>
            </a:r>
            <a:r>
              <a:rPr lang="en-US" altLang="pt-BR" dirty="0" err="1"/>
              <a:t>Estrutural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Caixa</a:t>
            </a:r>
            <a:r>
              <a:rPr lang="en-US" altLang="pt-BR" dirty="0"/>
              <a:t> </a:t>
            </a:r>
            <a:r>
              <a:rPr lang="en-US" altLang="pt-BR" dirty="0" err="1"/>
              <a:t>Branca</a:t>
            </a:r>
            <a:endParaRPr lang="en-US" altLang="pt-BR" dirty="0"/>
          </a:p>
        </p:txBody>
      </p:sp>
      <p:sp>
        <p:nvSpPr>
          <p:cNvPr id="2970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766483" y="1743075"/>
            <a:ext cx="7775762" cy="4615522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Os</a:t>
            </a:r>
            <a:r>
              <a:rPr lang="en-US" altLang="pt-BR" dirty="0"/>
              <a:t> </a:t>
            </a:r>
            <a:r>
              <a:rPr lang="en-US" altLang="pt-BR" dirty="0" err="1"/>
              <a:t>requisitos</a:t>
            </a:r>
            <a:r>
              <a:rPr lang="en-US" altLang="pt-BR" dirty="0"/>
              <a:t> de teste </a:t>
            </a:r>
            <a:r>
              <a:rPr lang="en-US" altLang="pt-BR" dirty="0" err="1"/>
              <a:t>são</a:t>
            </a:r>
            <a:r>
              <a:rPr lang="en-US" altLang="pt-BR" dirty="0"/>
              <a:t> </a:t>
            </a:r>
            <a:r>
              <a:rPr lang="en-US" altLang="pt-BR" dirty="0" err="1"/>
              <a:t>extraídos</a:t>
            </a:r>
            <a:r>
              <a:rPr lang="en-US" altLang="pt-BR" dirty="0"/>
              <a:t> de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implementação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particular.</a:t>
            </a:r>
          </a:p>
          <a:p>
            <a:r>
              <a:rPr lang="pt-BR" altLang="pt-BR" dirty="0"/>
              <a:t>Testa os detalhes procedimentais.</a:t>
            </a:r>
          </a:p>
          <a:p>
            <a:r>
              <a:rPr lang="pt-BR" altLang="pt-BR" b="1" dirty="0"/>
              <a:t>Possui Critérios baseados em:</a:t>
            </a:r>
          </a:p>
          <a:p>
            <a:pPr lvl="1"/>
            <a:r>
              <a:rPr lang="pt-BR" altLang="pt-BR" b="1" dirty="0"/>
              <a:t>Fluxo de controle </a:t>
            </a:r>
            <a:r>
              <a:rPr lang="pt-BR" altLang="pt-BR" dirty="0"/>
              <a:t>- a estrutura de controle de um programa é representada graficamente usando um grafo de fluxo de controle.</a:t>
            </a:r>
          </a:p>
          <a:p>
            <a:pPr lvl="1"/>
            <a:r>
              <a:rPr lang="pt-BR" altLang="pt-BR" b="1" dirty="0"/>
              <a:t>Fluxo de dados </a:t>
            </a:r>
            <a:r>
              <a:rPr lang="pt-BR" altLang="pt-BR" dirty="0"/>
              <a:t>– </a:t>
            </a:r>
            <a:r>
              <a:rPr lang="pt-BR" dirty="0"/>
              <a:t>estabelecem associações entre definições de variáveis no programa e subsequentes referências a essas definições para derivar os caminhos a serem percorridos pelos casos de teste. </a:t>
            </a:r>
            <a:endParaRPr lang="pt-BR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29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495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225"/>
    </mc:Choice>
    <mc:Fallback xmlns="">
      <p:transition spd="slow" advTm="120225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1174" y="2846606"/>
            <a:ext cx="3368488" cy="3582769"/>
          </a:xfrm>
        </p:spPr>
        <p:txBody>
          <a:bodyPr>
            <a:normAutofit fontScale="92500" lnSpcReduction="10000"/>
          </a:bodyPr>
          <a:lstStyle/>
          <a:p>
            <a:r>
              <a:rPr lang="en-US" altLang="pt-BR" sz="1800" dirty="0" err="1"/>
              <a:t>Critérios</a:t>
            </a:r>
            <a:r>
              <a:rPr lang="en-US" altLang="pt-BR" sz="1800" dirty="0"/>
              <a:t>:</a:t>
            </a:r>
          </a:p>
          <a:p>
            <a:pPr lvl="1"/>
            <a:r>
              <a:rPr lang="en-US" altLang="pt-BR" sz="1800" dirty="0"/>
              <a:t>Teste de </a:t>
            </a:r>
            <a:r>
              <a:rPr lang="en-US" altLang="pt-BR" sz="1800" dirty="0" err="1"/>
              <a:t>Comandos</a:t>
            </a:r>
            <a:r>
              <a:rPr lang="en-US" altLang="pt-BR" sz="1800" dirty="0"/>
              <a:t> </a:t>
            </a:r>
            <a:r>
              <a:rPr lang="en-US" altLang="pt-BR" sz="1800" dirty="0" err="1"/>
              <a:t>ou</a:t>
            </a:r>
            <a:r>
              <a:rPr lang="en-US" altLang="pt-BR" sz="1800" dirty="0"/>
              <a:t> </a:t>
            </a:r>
            <a:r>
              <a:rPr lang="en-US" altLang="pt-BR" sz="1800" dirty="0" err="1"/>
              <a:t>Todos-Nós</a:t>
            </a:r>
            <a:endParaRPr lang="en-US" altLang="pt-BR" sz="1800" dirty="0"/>
          </a:p>
          <a:p>
            <a:pPr lvl="1"/>
            <a:r>
              <a:rPr lang="en-US" altLang="pt-BR" sz="1800" dirty="0"/>
              <a:t>Teste de Ramos </a:t>
            </a:r>
            <a:r>
              <a:rPr lang="en-US" altLang="pt-BR" sz="1800" dirty="0" err="1"/>
              <a:t>ou</a:t>
            </a:r>
            <a:r>
              <a:rPr lang="en-US" altLang="pt-BR" sz="1800" dirty="0"/>
              <a:t> </a:t>
            </a:r>
            <a:r>
              <a:rPr lang="en-US" altLang="pt-BR" sz="1800" dirty="0" err="1"/>
              <a:t>Todos</a:t>
            </a:r>
            <a:r>
              <a:rPr lang="en-US" altLang="pt-BR" sz="1800" dirty="0"/>
              <a:t>-Arcos</a:t>
            </a:r>
          </a:p>
          <a:p>
            <a:pPr lvl="1"/>
            <a:r>
              <a:rPr lang="en-US" altLang="pt-BR" sz="1800" dirty="0"/>
              <a:t>Teste de </a:t>
            </a:r>
            <a:r>
              <a:rPr lang="en-US" altLang="pt-BR" sz="1800" dirty="0" err="1"/>
              <a:t>Condição</a:t>
            </a:r>
            <a:endParaRPr lang="en-US" altLang="pt-BR" sz="1800" dirty="0"/>
          </a:p>
          <a:p>
            <a:pPr lvl="1"/>
            <a:r>
              <a:rPr lang="en-US" altLang="pt-BR" sz="1800" dirty="0"/>
              <a:t>Teste de </a:t>
            </a:r>
            <a:r>
              <a:rPr lang="en-US" altLang="pt-BR" sz="1800" dirty="0" err="1"/>
              <a:t>Decisão</a:t>
            </a:r>
            <a:r>
              <a:rPr lang="en-US" altLang="pt-BR" sz="1800" dirty="0"/>
              <a:t>/</a:t>
            </a:r>
            <a:r>
              <a:rPr lang="en-US" altLang="pt-BR" sz="1800" dirty="0" err="1"/>
              <a:t>Condição</a:t>
            </a:r>
            <a:endParaRPr lang="en-US" altLang="pt-BR" sz="1800" dirty="0"/>
          </a:p>
          <a:p>
            <a:pPr lvl="1"/>
            <a:r>
              <a:rPr lang="en-US" altLang="pt-BR" sz="1800" dirty="0"/>
              <a:t>Teste de </a:t>
            </a:r>
            <a:r>
              <a:rPr lang="en-US" altLang="pt-BR" sz="1800" dirty="0" err="1"/>
              <a:t>Condição</a:t>
            </a:r>
            <a:r>
              <a:rPr lang="en-US" altLang="pt-BR" sz="1800" dirty="0"/>
              <a:t> </a:t>
            </a:r>
            <a:r>
              <a:rPr lang="en-US" altLang="pt-BR" sz="1800" dirty="0" err="1"/>
              <a:t>Múltipla</a:t>
            </a:r>
            <a:endParaRPr lang="en-US" altLang="pt-BR" sz="1800" dirty="0"/>
          </a:p>
          <a:p>
            <a:pPr lvl="1"/>
            <a:r>
              <a:rPr lang="en-US" altLang="pt-BR" sz="1800" dirty="0"/>
              <a:t>Teste do </a:t>
            </a:r>
            <a:r>
              <a:rPr lang="en-US" altLang="pt-BR" sz="1800" dirty="0" err="1"/>
              <a:t>Caminho</a:t>
            </a:r>
            <a:r>
              <a:rPr lang="en-US" altLang="pt-BR" sz="1800" dirty="0"/>
              <a:t> </a:t>
            </a:r>
            <a:r>
              <a:rPr lang="en-US" altLang="pt-BR" sz="1800" dirty="0" err="1"/>
              <a:t>Básico</a:t>
            </a:r>
            <a:endParaRPr lang="en-US" altLang="pt-BR" sz="1800" dirty="0"/>
          </a:p>
          <a:p>
            <a:pPr lvl="1"/>
            <a:r>
              <a:rPr lang="en-US" altLang="pt-BR" sz="1800" dirty="0"/>
              <a:t>Teste de </a:t>
            </a:r>
            <a:r>
              <a:rPr lang="en-US" altLang="pt-BR" sz="1800" dirty="0" err="1"/>
              <a:t>Caminho</a:t>
            </a:r>
            <a:endParaRPr lang="en-US" altLang="pt-BR" sz="1800" dirty="0"/>
          </a:p>
        </p:txBody>
      </p:sp>
      <p:sp>
        <p:nvSpPr>
          <p:cNvPr id="30726" name="Text Box 5"/>
          <p:cNvSpPr txBox="1">
            <a:spLocks noChangeArrowheads="1"/>
          </p:cNvSpPr>
          <p:nvPr/>
        </p:nvSpPr>
        <p:spPr bwMode="auto">
          <a:xfrm>
            <a:off x="1321175" y="2181225"/>
            <a:ext cx="3368488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Teste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Baseado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em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Fluxo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Controle</a:t>
            </a:r>
            <a:endParaRPr kumimoji="0" lang="en-US" altLang="pt-BR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727" name="Text Box 6"/>
          <p:cNvSpPr txBox="1">
            <a:spLocks noChangeArrowheads="1"/>
          </p:cNvSpPr>
          <p:nvPr/>
        </p:nvSpPr>
        <p:spPr bwMode="auto">
          <a:xfrm>
            <a:off x="4931163" y="2200275"/>
            <a:ext cx="3368488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Teste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Baseado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em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0" lang="en-US" altLang="pt-BR" sz="1800" dirty="0" err="1">
                <a:solidFill>
                  <a:schemeClr val="accent1">
                    <a:lumMod val="75000"/>
                  </a:schemeClr>
                </a:solidFill>
              </a:rPr>
              <a:t>Fluxo</a:t>
            </a:r>
            <a:r>
              <a:rPr kumimoji="0" lang="en-US" altLang="pt-BR" sz="1800" dirty="0">
                <a:solidFill>
                  <a:schemeClr val="accent1">
                    <a:lumMod val="75000"/>
                  </a:schemeClr>
                </a:solidFill>
              </a:rPr>
              <a:t> de Dados</a:t>
            </a: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4791075" y="2790825"/>
            <a:ext cx="2828925" cy="4067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kumimoji="0" lang="en-US" altLang="pt-BR" sz="1800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7413" y="246601"/>
            <a:ext cx="6482590" cy="1096425"/>
          </a:xfrm>
        </p:spPr>
        <p:txBody>
          <a:bodyPr>
            <a:normAutofit fontScale="90000"/>
          </a:bodyPr>
          <a:lstStyle/>
          <a:p>
            <a:r>
              <a:rPr lang="en-US" altLang="pt-BR" dirty="0" err="1"/>
              <a:t>Técnica</a:t>
            </a:r>
            <a:r>
              <a:rPr lang="en-US" altLang="pt-BR" dirty="0"/>
              <a:t> de Testes </a:t>
            </a:r>
            <a:r>
              <a:rPr lang="en-US" altLang="pt-BR" dirty="0" err="1"/>
              <a:t>Estrutural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Caixa</a:t>
            </a:r>
            <a:r>
              <a:rPr lang="en-US" altLang="pt-BR" dirty="0"/>
              <a:t> </a:t>
            </a:r>
            <a:r>
              <a:rPr lang="en-US" altLang="pt-BR" dirty="0" err="1"/>
              <a:t>Branca</a:t>
            </a:r>
            <a:endParaRPr lang="en-US" altLang="pt-BR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931163" y="2924174"/>
            <a:ext cx="3368488" cy="408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200" i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1800" dirty="0" err="1"/>
              <a:t>Critérios</a:t>
            </a:r>
            <a:r>
              <a:rPr lang="en-US" altLang="pt-BR" sz="1800" dirty="0"/>
              <a:t>:</a:t>
            </a:r>
          </a:p>
          <a:p>
            <a:pPr lvl="1"/>
            <a:r>
              <a:rPr lang="en-US" altLang="pt-BR" sz="1800" dirty="0" err="1"/>
              <a:t>Todos-usos</a:t>
            </a:r>
            <a:endParaRPr lang="en-US" altLang="pt-BR" sz="180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30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138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1"/>
    </mc:Choice>
    <mc:Fallback xmlns="">
      <p:transition spd="slow" advTm="4671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71575"/>
            <a:ext cx="7912168" cy="5529263"/>
          </a:xfrm>
        </p:spPr>
        <p:txBody>
          <a:bodyPr>
            <a:normAutofit/>
          </a:bodyPr>
          <a:lstStyle/>
          <a:p>
            <a:r>
              <a:rPr lang="en-US" altLang="pt-BR" dirty="0" err="1"/>
              <a:t>consiste</a:t>
            </a:r>
            <a:r>
              <a:rPr lang="en-US" altLang="pt-BR" dirty="0"/>
              <a:t> de </a:t>
            </a:r>
            <a:r>
              <a:rPr lang="en-US" altLang="pt-BR" i="1" dirty="0" err="1"/>
              <a:t>nós</a:t>
            </a:r>
            <a:r>
              <a:rPr lang="en-US" altLang="pt-BR" dirty="0"/>
              <a:t> </a:t>
            </a:r>
            <a:r>
              <a:rPr lang="en-US" altLang="pt-BR" dirty="0" err="1"/>
              <a:t>conectados</a:t>
            </a:r>
            <a:r>
              <a:rPr lang="en-US" altLang="pt-BR" dirty="0"/>
              <a:t> </a:t>
            </a:r>
            <a:r>
              <a:rPr lang="en-US" altLang="pt-BR" dirty="0" err="1"/>
              <a:t>por</a:t>
            </a:r>
            <a:r>
              <a:rPr lang="en-US" altLang="pt-BR" dirty="0"/>
              <a:t> </a:t>
            </a:r>
            <a:r>
              <a:rPr lang="en-US" altLang="pt-BR" i="1" dirty="0"/>
              <a:t>arcos</a:t>
            </a:r>
            <a:r>
              <a:rPr lang="en-US" altLang="pt-BR" dirty="0"/>
              <a:t> com </a:t>
            </a:r>
            <a:r>
              <a:rPr lang="en-US" altLang="pt-BR" dirty="0" err="1"/>
              <a:t>setas</a:t>
            </a:r>
            <a:r>
              <a:rPr lang="en-US" altLang="pt-BR" dirty="0"/>
              <a:t> que </a:t>
            </a:r>
            <a:r>
              <a:rPr lang="en-US" altLang="pt-BR" dirty="0" err="1"/>
              <a:t>mostram</a:t>
            </a:r>
            <a:r>
              <a:rPr lang="en-US" altLang="pt-BR" dirty="0"/>
              <a:t> </a:t>
            </a:r>
            <a:r>
              <a:rPr lang="en-US" altLang="pt-BR" dirty="0" err="1"/>
              <a:t>sua</a:t>
            </a:r>
            <a:r>
              <a:rPr lang="en-US" altLang="pt-BR" dirty="0"/>
              <a:t> </a:t>
            </a:r>
            <a:r>
              <a:rPr lang="en-US" altLang="pt-BR" dirty="0" err="1"/>
              <a:t>direção</a:t>
            </a:r>
            <a:r>
              <a:rPr lang="en-US" altLang="pt-BR" dirty="0"/>
              <a:t>.</a:t>
            </a:r>
          </a:p>
          <a:p>
            <a:r>
              <a:rPr lang="en-US" altLang="pt-BR" dirty="0" err="1"/>
              <a:t>os</a:t>
            </a:r>
            <a:r>
              <a:rPr lang="en-US" altLang="pt-BR" dirty="0"/>
              <a:t> </a:t>
            </a:r>
            <a:r>
              <a:rPr lang="en-US" altLang="pt-BR" i="1" u="sng" dirty="0" err="1"/>
              <a:t>nós</a:t>
            </a:r>
            <a:r>
              <a:rPr lang="en-US" altLang="pt-BR" dirty="0"/>
              <a:t> </a:t>
            </a:r>
            <a:r>
              <a:rPr lang="en-US" altLang="pt-BR" dirty="0" err="1"/>
              <a:t>representam</a:t>
            </a:r>
            <a:r>
              <a:rPr lang="en-US" altLang="pt-BR" dirty="0"/>
              <a:t> </a:t>
            </a:r>
            <a:r>
              <a:rPr lang="en-US" altLang="pt-BR" dirty="0" err="1"/>
              <a:t>blocos</a:t>
            </a:r>
            <a:r>
              <a:rPr lang="en-US" altLang="pt-BR" dirty="0"/>
              <a:t> de </a:t>
            </a:r>
            <a:r>
              <a:rPr lang="en-US" altLang="pt-BR" dirty="0" err="1"/>
              <a:t>comandos</a:t>
            </a:r>
            <a:r>
              <a:rPr lang="en-US" altLang="pt-BR" dirty="0"/>
              <a:t>.</a:t>
            </a:r>
          </a:p>
          <a:p>
            <a:pPr lvl="1"/>
            <a:r>
              <a:rPr lang="en-US" altLang="pt-BR" sz="2400" dirty="0" err="1"/>
              <a:t>bloco</a:t>
            </a:r>
            <a:r>
              <a:rPr lang="en-US" altLang="pt-BR" sz="2400" dirty="0"/>
              <a:t> de </a:t>
            </a:r>
            <a:r>
              <a:rPr lang="en-US" altLang="pt-BR" sz="2400" dirty="0" err="1"/>
              <a:t>comando</a:t>
            </a:r>
            <a:r>
              <a:rPr lang="en-US" altLang="pt-BR" sz="2400" dirty="0"/>
              <a:t>: é um </a:t>
            </a:r>
            <a:r>
              <a:rPr lang="en-US" altLang="pt-BR" sz="2400" dirty="0" err="1"/>
              <a:t>conjunto</a:t>
            </a:r>
            <a:r>
              <a:rPr lang="en-US" altLang="pt-BR" sz="2400" dirty="0"/>
              <a:t> de </a:t>
            </a:r>
            <a:r>
              <a:rPr lang="en-US" altLang="pt-BR" sz="2400" dirty="0" err="1"/>
              <a:t>comandos</a:t>
            </a:r>
            <a:r>
              <a:rPr lang="en-US" altLang="pt-BR" sz="2400" dirty="0"/>
              <a:t> </a:t>
            </a:r>
            <a:r>
              <a:rPr lang="en-US" altLang="pt-BR" sz="2400" dirty="0" err="1"/>
              <a:t>tal</a:t>
            </a:r>
            <a:r>
              <a:rPr lang="en-US" altLang="pt-BR" sz="2400" dirty="0"/>
              <a:t> que se o </a:t>
            </a:r>
            <a:r>
              <a:rPr lang="en-US" altLang="pt-BR" sz="2400" dirty="0" err="1"/>
              <a:t>primeiro</a:t>
            </a:r>
            <a:r>
              <a:rPr lang="en-US" altLang="pt-BR" sz="2400" dirty="0"/>
              <a:t> </a:t>
            </a:r>
            <a:r>
              <a:rPr lang="en-US" altLang="pt-BR" sz="2400" dirty="0" err="1"/>
              <a:t>comando</a:t>
            </a:r>
            <a:r>
              <a:rPr lang="en-US" altLang="pt-BR" sz="2400" dirty="0"/>
              <a:t> for </a:t>
            </a:r>
            <a:r>
              <a:rPr lang="en-US" altLang="pt-BR" sz="2400" dirty="0" err="1"/>
              <a:t>executado</a:t>
            </a:r>
            <a:r>
              <a:rPr lang="en-US" altLang="pt-BR" sz="2400" dirty="0"/>
              <a:t>, </a:t>
            </a:r>
            <a:r>
              <a:rPr lang="en-US" altLang="pt-BR" sz="2400" dirty="0" err="1"/>
              <a:t>então</a:t>
            </a:r>
            <a:r>
              <a:rPr lang="en-US" altLang="pt-BR" sz="2400" dirty="0"/>
              <a:t> </a:t>
            </a:r>
            <a:r>
              <a:rPr lang="en-US" altLang="pt-BR" sz="2400" dirty="0" err="1"/>
              <a:t>todos</a:t>
            </a:r>
            <a:r>
              <a:rPr lang="en-US" altLang="pt-BR" sz="2400" dirty="0"/>
              <a:t> </a:t>
            </a:r>
            <a:r>
              <a:rPr lang="en-US" altLang="pt-BR" sz="2400" dirty="0" err="1"/>
              <a:t>os</a:t>
            </a:r>
            <a:r>
              <a:rPr lang="en-US" altLang="pt-BR" sz="2400" dirty="0"/>
              <a:t> </a:t>
            </a:r>
            <a:r>
              <a:rPr lang="en-US" altLang="pt-BR" sz="2400" dirty="0" err="1"/>
              <a:t>comandos</a:t>
            </a:r>
            <a:r>
              <a:rPr lang="en-US" altLang="pt-BR" sz="2400" dirty="0"/>
              <a:t> </a:t>
            </a:r>
            <a:r>
              <a:rPr lang="en-US" altLang="pt-BR" sz="2400" dirty="0" err="1"/>
              <a:t>subseqüentes</a:t>
            </a:r>
            <a:r>
              <a:rPr lang="en-US" altLang="pt-BR" sz="2400" dirty="0"/>
              <a:t> </a:t>
            </a:r>
            <a:r>
              <a:rPr lang="en-US" altLang="pt-BR" sz="2400" dirty="0" err="1"/>
              <a:t>também</a:t>
            </a:r>
            <a:r>
              <a:rPr lang="en-US" altLang="pt-BR" sz="2400" dirty="0"/>
              <a:t> o </a:t>
            </a:r>
            <a:r>
              <a:rPr lang="en-US" altLang="pt-BR" sz="2400" dirty="0" err="1"/>
              <a:t>serão</a:t>
            </a:r>
            <a:r>
              <a:rPr lang="en-US" altLang="pt-BR" sz="2400" dirty="0"/>
              <a:t>.</a:t>
            </a:r>
          </a:p>
          <a:p>
            <a:r>
              <a:rPr lang="en-US" altLang="pt-BR" dirty="0" err="1"/>
              <a:t>os</a:t>
            </a:r>
            <a:r>
              <a:rPr lang="en-US" altLang="pt-BR" dirty="0"/>
              <a:t> </a:t>
            </a:r>
            <a:r>
              <a:rPr lang="en-US" altLang="pt-BR" i="1" u="sng" dirty="0"/>
              <a:t>arcos</a:t>
            </a:r>
            <a:r>
              <a:rPr lang="en-US" altLang="pt-BR" dirty="0"/>
              <a:t> </a:t>
            </a:r>
            <a:r>
              <a:rPr lang="en-US" altLang="pt-BR" dirty="0" err="1"/>
              <a:t>indicam</a:t>
            </a:r>
            <a:r>
              <a:rPr lang="en-US" altLang="pt-BR" dirty="0"/>
              <a:t> </a:t>
            </a:r>
            <a:r>
              <a:rPr lang="en-US" altLang="pt-BR" dirty="0" err="1"/>
              <a:t>precedência</a:t>
            </a:r>
            <a:r>
              <a:rPr lang="en-US" altLang="pt-BR" dirty="0"/>
              <a:t>,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transferência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r>
              <a:rPr lang="en-US" altLang="pt-BR" dirty="0"/>
              <a:t>.</a:t>
            </a:r>
          </a:p>
          <a:p>
            <a:r>
              <a:rPr lang="en-US" altLang="pt-BR" dirty="0" err="1"/>
              <a:t>essa</a:t>
            </a:r>
            <a:r>
              <a:rPr lang="en-US" altLang="pt-BR" dirty="0"/>
              <a:t> </a:t>
            </a:r>
            <a:r>
              <a:rPr lang="en-US" altLang="pt-BR" dirty="0" err="1"/>
              <a:t>representação</a:t>
            </a:r>
            <a:r>
              <a:rPr lang="en-US" altLang="pt-BR" dirty="0"/>
              <a:t> </a:t>
            </a:r>
            <a:r>
              <a:rPr lang="en-US" altLang="pt-BR" dirty="0" err="1"/>
              <a:t>permite</a:t>
            </a:r>
            <a:r>
              <a:rPr lang="en-US" altLang="pt-BR" dirty="0"/>
              <a:t> que o </a:t>
            </a:r>
            <a:r>
              <a:rPr lang="en-US" altLang="pt-BR" dirty="0" err="1"/>
              <a:t>programa</a:t>
            </a:r>
            <a:r>
              <a:rPr lang="en-US" altLang="pt-BR" dirty="0"/>
              <a:t>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 smtClean="0"/>
              <a:t>examinado</a:t>
            </a:r>
            <a:r>
              <a:rPr lang="en-US" altLang="pt-BR" dirty="0" smtClean="0"/>
              <a:t>, </a:t>
            </a:r>
            <a:r>
              <a:rPr lang="en-US" altLang="pt-BR" dirty="0" err="1"/>
              <a:t>independentemente</a:t>
            </a:r>
            <a:r>
              <a:rPr lang="en-US" altLang="pt-BR" dirty="0"/>
              <a:t> de </a:t>
            </a:r>
            <a:r>
              <a:rPr lang="en-US" altLang="pt-BR" dirty="0" err="1"/>
              <a:t>sua</a:t>
            </a:r>
            <a:r>
              <a:rPr lang="en-US" altLang="pt-BR" dirty="0"/>
              <a:t> </a:t>
            </a:r>
            <a:r>
              <a:rPr lang="en-US" altLang="pt-BR" dirty="0" err="1"/>
              <a:t>função</a:t>
            </a:r>
            <a:r>
              <a:rPr lang="en-US" altLang="pt-BR" dirty="0"/>
              <a:t>.</a:t>
            </a:r>
            <a:endParaRPr kumimoji="0" lang="en-US" altLang="pt-BR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160892"/>
            <a:ext cx="7697857" cy="509381"/>
          </a:xfrm>
        </p:spPr>
        <p:txBody>
          <a:bodyPr>
            <a:normAutofit fontScale="90000"/>
          </a:bodyPr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99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900"/>
    </mc:Choice>
    <mc:Fallback xmlns="">
      <p:transition spd="slow" advTm="2890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pt-BR" dirty="0" err="1">
                <a:solidFill>
                  <a:schemeClr val="accent1">
                    <a:lumMod val="75000"/>
                  </a:schemeClr>
                </a:solidFill>
              </a:rPr>
              <a:t>Construções</a:t>
            </a:r>
            <a:r>
              <a:rPr lang="en-US" altLang="pt-B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pt-BR" dirty="0" err="1">
                <a:solidFill>
                  <a:schemeClr val="accent1">
                    <a:lumMod val="75000"/>
                  </a:schemeClr>
                </a:solidFill>
              </a:rPr>
              <a:t>Básicas</a:t>
            </a:r>
            <a:r>
              <a:rPr lang="en-US" altLang="pt-BR" dirty="0">
                <a:solidFill>
                  <a:schemeClr val="accent1">
                    <a:lumMod val="75000"/>
                  </a:schemeClr>
                </a:solidFill>
              </a:rPr>
              <a:t> do </a:t>
            </a:r>
            <a:r>
              <a:rPr lang="en-US" altLang="pt-BR" dirty="0" err="1">
                <a:solidFill>
                  <a:schemeClr val="accent1">
                    <a:lumMod val="75000"/>
                  </a:schemeClr>
                </a:solidFill>
              </a:rPr>
              <a:t>Grafo</a:t>
            </a:r>
            <a:r>
              <a:rPr lang="en-US" altLang="pt-BR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altLang="pt-BR" dirty="0" err="1">
                <a:solidFill>
                  <a:schemeClr val="accent1">
                    <a:lumMod val="75000"/>
                  </a:schemeClr>
                </a:solidFill>
              </a:rPr>
              <a:t>Fluxo</a:t>
            </a:r>
            <a:r>
              <a:rPr lang="en-US" altLang="pt-BR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Controle</a:t>
            </a: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Sequencia</a:t>
            </a:r>
            <a:r>
              <a:rPr lang="en-US" altLang="pt-BR" dirty="0" smtClean="0">
                <a:solidFill>
                  <a:schemeClr val="accent1">
                    <a:lumMod val="75000"/>
                  </a:schemeClr>
                </a:solidFill>
              </a:rPr>
              <a:t>			</a:t>
            </a: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Condicional</a:t>
            </a:r>
            <a:r>
              <a:rPr lang="en-US" altLang="pt-BR" dirty="0" smtClean="0">
                <a:solidFill>
                  <a:schemeClr val="accent1">
                    <a:lumMod val="75000"/>
                  </a:schemeClr>
                </a:solidFill>
              </a:rPr>
              <a:t>			</a:t>
            </a: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Repetição</a:t>
            </a: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358597" y="3554022"/>
            <a:ext cx="490549" cy="1328791"/>
            <a:chOff x="2120" y="11430"/>
            <a:chExt cx="310" cy="1095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130" y="1143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120" y="12225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270" y="11730"/>
              <a:ext cx="0" cy="5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2828375" y="3476629"/>
            <a:ext cx="1155260" cy="1566861"/>
            <a:chOff x="2865" y="11420"/>
            <a:chExt cx="1080" cy="1380"/>
          </a:xfrm>
        </p:grpSpPr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3275" y="1142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65" y="1196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3645" y="1198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265" y="1250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3090" y="11680"/>
              <a:ext cx="22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530" y="11690"/>
              <a:ext cx="21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070" y="12260"/>
              <a:ext cx="255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3517" y="12280"/>
              <a:ext cx="213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grpSp>
        <p:nvGrpSpPr>
          <p:cNvPr id="19" name="Group 50"/>
          <p:cNvGrpSpPr>
            <a:grpSpLocks/>
          </p:cNvGrpSpPr>
          <p:nvPr/>
        </p:nvGrpSpPr>
        <p:grpSpPr bwMode="auto">
          <a:xfrm>
            <a:off x="6593884" y="3567119"/>
            <a:ext cx="767052" cy="1704976"/>
            <a:chOff x="2450" y="2084"/>
            <a:chExt cx="350" cy="1072"/>
          </a:xfrm>
        </p:grpSpPr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2566" y="2084"/>
              <a:ext cx="164" cy="2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2565" y="2494"/>
              <a:ext cx="164" cy="2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570" y="2928"/>
              <a:ext cx="164" cy="2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2648" y="231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2734" y="2215"/>
              <a:ext cx="66" cy="388"/>
            </a:xfrm>
            <a:custGeom>
              <a:avLst/>
              <a:gdLst>
                <a:gd name="T0" fmla="*/ 0 w 121"/>
                <a:gd name="T1" fmla="*/ 295 h 510"/>
                <a:gd name="T2" fmla="*/ 18 w 121"/>
                <a:gd name="T3" fmla="*/ 274 h 510"/>
                <a:gd name="T4" fmla="*/ 31 w 121"/>
                <a:gd name="T5" fmla="*/ 226 h 510"/>
                <a:gd name="T6" fmla="*/ 35 w 121"/>
                <a:gd name="T7" fmla="*/ 165 h 510"/>
                <a:gd name="T8" fmla="*/ 34 w 121"/>
                <a:gd name="T9" fmla="*/ 104 h 510"/>
                <a:gd name="T10" fmla="*/ 25 w 121"/>
                <a:gd name="T11" fmla="*/ 52 h 510"/>
                <a:gd name="T12" fmla="*/ 16 w 121"/>
                <a:gd name="T13" fmla="*/ 22 h 510"/>
                <a:gd name="T14" fmla="*/ 2 w 121"/>
                <a:gd name="T15" fmla="*/ 0 h 5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1"/>
                <a:gd name="T25" fmla="*/ 0 h 510"/>
                <a:gd name="T26" fmla="*/ 121 w 121"/>
                <a:gd name="T27" fmla="*/ 510 h 51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1" h="510">
                  <a:moveTo>
                    <a:pt x="0" y="510"/>
                  </a:moveTo>
                  <a:cubicBezTo>
                    <a:pt x="21" y="501"/>
                    <a:pt x="43" y="493"/>
                    <a:pt x="60" y="473"/>
                  </a:cubicBezTo>
                  <a:cubicBezTo>
                    <a:pt x="77" y="453"/>
                    <a:pt x="95" y="421"/>
                    <a:pt x="105" y="390"/>
                  </a:cubicBezTo>
                  <a:cubicBezTo>
                    <a:pt x="115" y="359"/>
                    <a:pt x="119" y="320"/>
                    <a:pt x="120" y="285"/>
                  </a:cubicBezTo>
                  <a:cubicBezTo>
                    <a:pt x="121" y="250"/>
                    <a:pt x="119" y="212"/>
                    <a:pt x="113" y="180"/>
                  </a:cubicBezTo>
                  <a:cubicBezTo>
                    <a:pt x="107" y="148"/>
                    <a:pt x="93" y="114"/>
                    <a:pt x="83" y="90"/>
                  </a:cubicBezTo>
                  <a:cubicBezTo>
                    <a:pt x="73" y="66"/>
                    <a:pt x="65" y="53"/>
                    <a:pt x="53" y="38"/>
                  </a:cubicBezTo>
                  <a:cubicBezTo>
                    <a:pt x="41" y="23"/>
                    <a:pt x="24" y="11"/>
                    <a:pt x="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2450" y="2203"/>
              <a:ext cx="108" cy="810"/>
            </a:xfrm>
            <a:custGeom>
              <a:avLst/>
              <a:gdLst>
                <a:gd name="T0" fmla="*/ 59 w 197"/>
                <a:gd name="T1" fmla="*/ 0 h 1065"/>
                <a:gd name="T2" fmla="*/ 41 w 197"/>
                <a:gd name="T3" fmla="*/ 35 h 1065"/>
                <a:gd name="T4" fmla="*/ 23 w 197"/>
                <a:gd name="T5" fmla="*/ 91 h 1065"/>
                <a:gd name="T6" fmla="*/ 10 w 197"/>
                <a:gd name="T7" fmla="*/ 152 h 1065"/>
                <a:gd name="T8" fmla="*/ 3 w 197"/>
                <a:gd name="T9" fmla="*/ 221 h 1065"/>
                <a:gd name="T10" fmla="*/ 1 w 197"/>
                <a:gd name="T11" fmla="*/ 278 h 1065"/>
                <a:gd name="T12" fmla="*/ 1 w 197"/>
                <a:gd name="T13" fmla="*/ 330 h 1065"/>
                <a:gd name="T14" fmla="*/ 5 w 197"/>
                <a:gd name="T15" fmla="*/ 399 h 1065"/>
                <a:gd name="T16" fmla="*/ 14 w 197"/>
                <a:gd name="T17" fmla="*/ 456 h 1065"/>
                <a:gd name="T18" fmla="*/ 27 w 197"/>
                <a:gd name="T19" fmla="*/ 516 h 1065"/>
                <a:gd name="T20" fmla="*/ 37 w 197"/>
                <a:gd name="T21" fmla="*/ 555 h 1065"/>
                <a:gd name="T22" fmla="*/ 59 w 197"/>
                <a:gd name="T23" fmla="*/ 616 h 10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7"/>
                <a:gd name="T37" fmla="*/ 0 h 1065"/>
                <a:gd name="T38" fmla="*/ 197 w 197"/>
                <a:gd name="T39" fmla="*/ 1065 h 106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7" h="1065">
                  <a:moveTo>
                    <a:pt x="197" y="0"/>
                  </a:moveTo>
                  <a:cubicBezTo>
                    <a:pt x="177" y="17"/>
                    <a:pt x="157" y="34"/>
                    <a:pt x="137" y="60"/>
                  </a:cubicBezTo>
                  <a:cubicBezTo>
                    <a:pt x="117" y="86"/>
                    <a:pt x="94" y="124"/>
                    <a:pt x="77" y="158"/>
                  </a:cubicBezTo>
                  <a:cubicBezTo>
                    <a:pt x="60" y="192"/>
                    <a:pt x="43" y="226"/>
                    <a:pt x="32" y="263"/>
                  </a:cubicBezTo>
                  <a:cubicBezTo>
                    <a:pt x="21" y="300"/>
                    <a:pt x="14" y="347"/>
                    <a:pt x="9" y="383"/>
                  </a:cubicBezTo>
                  <a:cubicBezTo>
                    <a:pt x="4" y="419"/>
                    <a:pt x="3" y="449"/>
                    <a:pt x="2" y="480"/>
                  </a:cubicBezTo>
                  <a:cubicBezTo>
                    <a:pt x="1" y="511"/>
                    <a:pt x="0" y="535"/>
                    <a:pt x="2" y="570"/>
                  </a:cubicBezTo>
                  <a:cubicBezTo>
                    <a:pt x="4" y="605"/>
                    <a:pt x="10" y="654"/>
                    <a:pt x="17" y="690"/>
                  </a:cubicBezTo>
                  <a:cubicBezTo>
                    <a:pt x="24" y="726"/>
                    <a:pt x="34" y="754"/>
                    <a:pt x="47" y="788"/>
                  </a:cubicBezTo>
                  <a:cubicBezTo>
                    <a:pt x="60" y="822"/>
                    <a:pt x="80" y="864"/>
                    <a:pt x="92" y="893"/>
                  </a:cubicBezTo>
                  <a:cubicBezTo>
                    <a:pt x="104" y="922"/>
                    <a:pt x="105" y="931"/>
                    <a:pt x="122" y="960"/>
                  </a:cubicBezTo>
                  <a:cubicBezTo>
                    <a:pt x="139" y="989"/>
                    <a:pt x="168" y="1027"/>
                    <a:pt x="197" y="106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grpSp>
        <p:nvGrpSpPr>
          <p:cNvPr id="26" name="Group 38"/>
          <p:cNvGrpSpPr>
            <a:grpSpLocks/>
          </p:cNvGrpSpPr>
          <p:nvPr/>
        </p:nvGrpSpPr>
        <p:grpSpPr bwMode="auto">
          <a:xfrm>
            <a:off x="7953196" y="3574263"/>
            <a:ext cx="515021" cy="1704976"/>
            <a:chOff x="5654" y="11431"/>
            <a:chExt cx="429" cy="1410"/>
          </a:xfrm>
        </p:grpSpPr>
        <p:sp>
          <p:nvSpPr>
            <p:cNvPr id="27" name="Oval 39"/>
            <p:cNvSpPr>
              <a:spLocks noChangeArrowheads="1"/>
            </p:cNvSpPr>
            <p:nvPr/>
          </p:nvSpPr>
          <p:spPr bwMode="auto">
            <a:xfrm>
              <a:off x="5655" y="11431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8" name="Oval 40"/>
            <p:cNvSpPr>
              <a:spLocks noChangeArrowheads="1"/>
            </p:cNvSpPr>
            <p:nvPr/>
          </p:nvSpPr>
          <p:spPr bwMode="auto">
            <a:xfrm>
              <a:off x="5654" y="11970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9" name="Oval 41"/>
            <p:cNvSpPr>
              <a:spLocks noChangeArrowheads="1"/>
            </p:cNvSpPr>
            <p:nvPr/>
          </p:nvSpPr>
          <p:spPr bwMode="auto">
            <a:xfrm>
              <a:off x="5662" y="12541"/>
              <a:ext cx="300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>
              <a:off x="5797" y="12278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5962" y="11603"/>
              <a:ext cx="121" cy="510"/>
            </a:xfrm>
            <a:custGeom>
              <a:avLst/>
              <a:gdLst>
                <a:gd name="T0" fmla="*/ 0 w 121"/>
                <a:gd name="T1" fmla="*/ 510 h 510"/>
                <a:gd name="T2" fmla="*/ 60 w 121"/>
                <a:gd name="T3" fmla="*/ 473 h 510"/>
                <a:gd name="T4" fmla="*/ 105 w 121"/>
                <a:gd name="T5" fmla="*/ 390 h 510"/>
                <a:gd name="T6" fmla="*/ 120 w 121"/>
                <a:gd name="T7" fmla="*/ 285 h 510"/>
                <a:gd name="T8" fmla="*/ 113 w 121"/>
                <a:gd name="T9" fmla="*/ 180 h 510"/>
                <a:gd name="T10" fmla="*/ 83 w 121"/>
                <a:gd name="T11" fmla="*/ 90 h 510"/>
                <a:gd name="T12" fmla="*/ 53 w 121"/>
                <a:gd name="T13" fmla="*/ 38 h 510"/>
                <a:gd name="T14" fmla="*/ 8 w 121"/>
                <a:gd name="T15" fmla="*/ 0 h 5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1"/>
                <a:gd name="T25" fmla="*/ 0 h 510"/>
                <a:gd name="T26" fmla="*/ 121 w 121"/>
                <a:gd name="T27" fmla="*/ 510 h 51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1" h="510">
                  <a:moveTo>
                    <a:pt x="0" y="510"/>
                  </a:moveTo>
                  <a:cubicBezTo>
                    <a:pt x="21" y="501"/>
                    <a:pt x="43" y="493"/>
                    <a:pt x="60" y="473"/>
                  </a:cubicBezTo>
                  <a:cubicBezTo>
                    <a:pt x="77" y="453"/>
                    <a:pt x="95" y="421"/>
                    <a:pt x="105" y="390"/>
                  </a:cubicBezTo>
                  <a:cubicBezTo>
                    <a:pt x="115" y="359"/>
                    <a:pt x="119" y="320"/>
                    <a:pt x="120" y="285"/>
                  </a:cubicBezTo>
                  <a:cubicBezTo>
                    <a:pt x="121" y="250"/>
                    <a:pt x="119" y="212"/>
                    <a:pt x="113" y="180"/>
                  </a:cubicBezTo>
                  <a:cubicBezTo>
                    <a:pt x="107" y="148"/>
                    <a:pt x="93" y="114"/>
                    <a:pt x="83" y="90"/>
                  </a:cubicBezTo>
                  <a:cubicBezTo>
                    <a:pt x="73" y="66"/>
                    <a:pt x="65" y="53"/>
                    <a:pt x="53" y="38"/>
                  </a:cubicBezTo>
                  <a:cubicBezTo>
                    <a:pt x="41" y="23"/>
                    <a:pt x="24" y="11"/>
                    <a:pt x="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32" name="Line 44"/>
            <p:cNvSpPr>
              <a:spLocks noChangeShapeType="1"/>
            </p:cNvSpPr>
            <p:nvPr/>
          </p:nvSpPr>
          <p:spPr bwMode="auto">
            <a:xfrm>
              <a:off x="5808" y="11753"/>
              <a:ext cx="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4178481" y="3518300"/>
            <a:ext cx="1356942" cy="1592253"/>
            <a:chOff x="8462963" y="3298827"/>
            <a:chExt cx="1100138" cy="1692275"/>
          </a:xfrm>
        </p:grpSpPr>
        <p:sp>
          <p:nvSpPr>
            <p:cNvPr id="34" name="Oval 27"/>
            <p:cNvSpPr>
              <a:spLocks noChangeArrowheads="1"/>
            </p:cNvSpPr>
            <p:nvPr/>
          </p:nvSpPr>
          <p:spPr bwMode="auto">
            <a:xfrm>
              <a:off x="8808274" y="4629247"/>
              <a:ext cx="260285" cy="361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5" name="Oval 28"/>
            <p:cNvSpPr>
              <a:spLocks noChangeArrowheads="1"/>
            </p:cNvSpPr>
            <p:nvPr/>
          </p:nvSpPr>
          <p:spPr bwMode="auto">
            <a:xfrm>
              <a:off x="9302816" y="3977908"/>
              <a:ext cx="260285" cy="361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6" name="Oval 29"/>
            <p:cNvSpPr>
              <a:spLocks noChangeArrowheads="1"/>
            </p:cNvSpPr>
            <p:nvPr/>
          </p:nvSpPr>
          <p:spPr bwMode="auto">
            <a:xfrm>
              <a:off x="8782246" y="3994795"/>
              <a:ext cx="260285" cy="361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7" name="Oval 30"/>
            <p:cNvSpPr>
              <a:spLocks noChangeArrowheads="1"/>
            </p:cNvSpPr>
            <p:nvPr/>
          </p:nvSpPr>
          <p:spPr bwMode="auto">
            <a:xfrm>
              <a:off x="8462963" y="3986351"/>
              <a:ext cx="260285" cy="361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8" name="Oval 31"/>
            <p:cNvSpPr>
              <a:spLocks noChangeArrowheads="1"/>
            </p:cNvSpPr>
            <p:nvPr/>
          </p:nvSpPr>
          <p:spPr bwMode="auto">
            <a:xfrm>
              <a:off x="8795260" y="3298827"/>
              <a:ext cx="260285" cy="361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 flipH="1">
              <a:off x="8634751" y="3606404"/>
              <a:ext cx="189140" cy="361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8914991" y="3670331"/>
              <a:ext cx="0" cy="3075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>
              <a:off x="9038193" y="3579868"/>
              <a:ext cx="371340" cy="3702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8621737" y="4348206"/>
              <a:ext cx="221242" cy="3075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8914991" y="4366299"/>
              <a:ext cx="26029" cy="2532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 flipH="1">
              <a:off x="9058148" y="4330114"/>
              <a:ext cx="338371" cy="343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45" name="Espaço Reservado para Rodapé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6" name="Espaço Reservado para Número de Slide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32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110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pt-BR" dirty="0" err="1"/>
              <a:t>Exemplo</a:t>
            </a:r>
            <a:r>
              <a:rPr lang="en-US" altLang="pt-BR" dirty="0"/>
              <a:t> de </a:t>
            </a:r>
            <a:r>
              <a:rPr lang="en-US" altLang="pt-BR" dirty="0" err="1"/>
              <a:t>Construção</a:t>
            </a:r>
            <a:r>
              <a:rPr lang="en-US" altLang="pt-BR" dirty="0"/>
              <a:t> do </a:t>
            </a:r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en-US" altLang="pt-BR" dirty="0"/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Programa</a:t>
            </a:r>
            <a:r>
              <a:rPr lang="en-US" altLang="pt-BR" dirty="0" smtClean="0">
                <a:solidFill>
                  <a:schemeClr val="accent1">
                    <a:lumMod val="75000"/>
                  </a:schemeClr>
                </a:solidFill>
              </a:rPr>
              <a:t> com 1 </a:t>
            </a: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caminho</a:t>
            </a: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2022761" y="276728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pt-BR" dirty="0" err="1"/>
              <a:t>início</a:t>
            </a:r>
            <a:endParaRPr lang="en-US" altLang="pt-BR" dirty="0"/>
          </a:p>
          <a:p>
            <a:pPr algn="just"/>
            <a:r>
              <a:rPr lang="en-US" altLang="pt-BR" dirty="0"/>
              <a:t>	</a:t>
            </a:r>
            <a:r>
              <a:rPr lang="en-US" altLang="pt-BR" dirty="0" err="1"/>
              <a:t>leia</a:t>
            </a:r>
            <a:r>
              <a:rPr lang="en-US" altLang="pt-BR" dirty="0"/>
              <a:t> </a:t>
            </a:r>
            <a:r>
              <a:rPr lang="en-US" altLang="pt-BR" dirty="0" err="1"/>
              <a:t>nro</a:t>
            </a:r>
            <a:endParaRPr lang="en-US" altLang="pt-BR" dirty="0"/>
          </a:p>
          <a:p>
            <a:pPr algn="just"/>
            <a:r>
              <a:rPr lang="en-US" altLang="pt-BR" dirty="0"/>
              <a:t>	</a:t>
            </a:r>
            <a:r>
              <a:rPr lang="en-US" altLang="pt-BR" dirty="0" err="1"/>
              <a:t>raiz</a:t>
            </a:r>
            <a:r>
              <a:rPr lang="en-US" altLang="pt-BR" dirty="0"/>
              <a:t> = </a:t>
            </a:r>
            <a:r>
              <a:rPr lang="en-US" altLang="pt-BR" dirty="0" err="1"/>
              <a:t>raiz-quadrada</a:t>
            </a:r>
            <a:r>
              <a:rPr lang="en-US" altLang="pt-BR" dirty="0"/>
              <a:t>(</a:t>
            </a:r>
            <a:r>
              <a:rPr lang="en-US" altLang="pt-BR" dirty="0" err="1"/>
              <a:t>nro</a:t>
            </a:r>
            <a:r>
              <a:rPr lang="en-US" altLang="pt-BR" dirty="0"/>
              <a:t>)</a:t>
            </a:r>
          </a:p>
          <a:p>
            <a:pPr algn="just"/>
            <a:r>
              <a:rPr lang="en-US" altLang="pt-BR" dirty="0"/>
              <a:t>	</a:t>
            </a:r>
            <a:r>
              <a:rPr lang="en-US" altLang="pt-BR" dirty="0" err="1"/>
              <a:t>escreva</a:t>
            </a:r>
            <a:r>
              <a:rPr lang="en-US" altLang="pt-BR" dirty="0"/>
              <a:t> </a:t>
            </a:r>
            <a:r>
              <a:rPr lang="en-US" altLang="pt-BR" dirty="0" err="1"/>
              <a:t>raiz</a:t>
            </a:r>
            <a:endParaRPr lang="en-US" altLang="pt-BR" dirty="0"/>
          </a:p>
          <a:p>
            <a:pPr algn="just"/>
            <a:r>
              <a:rPr lang="en-US" altLang="pt-BR" dirty="0" err="1"/>
              <a:t>fim</a:t>
            </a:r>
            <a:endParaRPr lang="en-US" altLang="pt-BR" dirty="0"/>
          </a:p>
        </p:txBody>
      </p:sp>
      <p:grpSp>
        <p:nvGrpSpPr>
          <p:cNvPr id="46" name="Grupo 45"/>
          <p:cNvGrpSpPr/>
          <p:nvPr/>
        </p:nvGrpSpPr>
        <p:grpSpPr>
          <a:xfrm>
            <a:off x="5824536" y="2905125"/>
            <a:ext cx="576259" cy="857250"/>
            <a:chOff x="5824536" y="2905125"/>
            <a:chExt cx="576259" cy="857250"/>
          </a:xfrm>
        </p:grpSpPr>
        <p:sp>
          <p:nvSpPr>
            <p:cNvPr id="47" name="AutoShape 51"/>
            <p:cNvSpPr>
              <a:spLocks/>
            </p:cNvSpPr>
            <p:nvPr/>
          </p:nvSpPr>
          <p:spPr bwMode="auto">
            <a:xfrm>
              <a:off x="5824536" y="2905125"/>
              <a:ext cx="133350" cy="857250"/>
            </a:xfrm>
            <a:prstGeom prst="rightBrace">
              <a:avLst>
                <a:gd name="adj1" fmla="val 5357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grpSp>
          <p:nvGrpSpPr>
            <p:cNvPr id="48" name="Group 58"/>
            <p:cNvGrpSpPr>
              <a:grpSpLocks/>
            </p:cNvGrpSpPr>
            <p:nvPr/>
          </p:nvGrpSpPr>
          <p:grpSpPr bwMode="auto">
            <a:xfrm>
              <a:off x="6045989" y="3144441"/>
              <a:ext cx="354806" cy="322659"/>
              <a:chOff x="3454" y="2089"/>
              <a:chExt cx="298" cy="271"/>
            </a:xfrm>
          </p:grpSpPr>
          <p:sp>
            <p:nvSpPr>
              <p:cNvPr id="49" name="Oval 55"/>
              <p:cNvSpPr>
                <a:spLocks noChangeArrowheads="1"/>
              </p:cNvSpPr>
              <p:nvPr/>
            </p:nvSpPr>
            <p:spPr bwMode="auto">
              <a:xfrm>
                <a:off x="3454" y="2089"/>
                <a:ext cx="264" cy="2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50" name="Text Box 56"/>
              <p:cNvSpPr txBox="1">
                <a:spLocks noChangeArrowheads="1"/>
              </p:cNvSpPr>
              <p:nvPr/>
            </p:nvSpPr>
            <p:spPr bwMode="auto">
              <a:xfrm>
                <a:off x="3479" y="2111"/>
                <a:ext cx="273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1200"/>
                  <a:t>1</a:t>
                </a:r>
                <a:endParaRPr kumimoji="0" lang="en-US" altLang="pt-BR" sz="750"/>
              </a:p>
            </p:txBody>
          </p:sp>
        </p:grpSp>
      </p:grpSp>
      <p:grpSp>
        <p:nvGrpSpPr>
          <p:cNvPr id="51" name="Group 58"/>
          <p:cNvGrpSpPr>
            <a:grpSpLocks/>
          </p:cNvGrpSpPr>
          <p:nvPr/>
        </p:nvGrpSpPr>
        <p:grpSpPr bwMode="auto">
          <a:xfrm>
            <a:off x="7774791" y="3144441"/>
            <a:ext cx="354806" cy="322659"/>
            <a:chOff x="3454" y="2089"/>
            <a:chExt cx="298" cy="271"/>
          </a:xfrm>
        </p:grpSpPr>
        <p:sp>
          <p:nvSpPr>
            <p:cNvPr id="52" name="Oval 55"/>
            <p:cNvSpPr>
              <a:spLocks noChangeArrowheads="1"/>
            </p:cNvSpPr>
            <p:nvPr/>
          </p:nvSpPr>
          <p:spPr bwMode="auto">
            <a:xfrm>
              <a:off x="3454" y="2089"/>
              <a:ext cx="264" cy="25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53" name="Text Box 56"/>
            <p:cNvSpPr txBox="1">
              <a:spLocks noChangeArrowheads="1"/>
            </p:cNvSpPr>
            <p:nvPr/>
          </p:nvSpPr>
          <p:spPr bwMode="auto">
            <a:xfrm>
              <a:off x="3479" y="2111"/>
              <a:ext cx="27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200"/>
                <a:t>1</a:t>
              </a:r>
              <a:endParaRPr kumimoji="0" lang="en-US" altLang="pt-BR" sz="750"/>
            </a:p>
          </p:txBody>
        </p: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76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pt-BR" dirty="0" err="1"/>
              <a:t>Exemplo</a:t>
            </a:r>
            <a:r>
              <a:rPr lang="en-US" altLang="pt-BR" dirty="0"/>
              <a:t> de </a:t>
            </a:r>
            <a:r>
              <a:rPr lang="en-US" altLang="pt-BR" dirty="0" err="1"/>
              <a:t>Construção</a:t>
            </a:r>
            <a:r>
              <a:rPr lang="en-US" altLang="pt-BR" dirty="0"/>
              <a:t> do </a:t>
            </a:r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en-US" altLang="pt-BR" dirty="0"/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Programa</a:t>
            </a:r>
            <a:r>
              <a:rPr lang="en-US" altLang="pt-BR" dirty="0" smtClean="0">
                <a:solidFill>
                  <a:schemeClr val="accent1">
                    <a:lumMod val="75000"/>
                  </a:schemeClr>
                </a:solidFill>
              </a:rPr>
              <a:t> com 2 </a:t>
            </a: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caminhos</a:t>
            </a: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495425" y="2762250"/>
            <a:ext cx="4405315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 err="1"/>
              <a:t>início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leia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nro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se </a:t>
            </a:r>
            <a:r>
              <a:rPr kumimoji="0" lang="en-US" altLang="pt-BR" sz="1350" dirty="0" err="1"/>
              <a:t>nro</a:t>
            </a:r>
            <a:r>
              <a:rPr kumimoji="0" lang="en-US" altLang="pt-BR" sz="1350" dirty="0"/>
              <a:t> &gt; 0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raiz</a:t>
            </a:r>
            <a:r>
              <a:rPr kumimoji="0" lang="en-US" altLang="pt-BR" sz="1350" dirty="0"/>
              <a:t> = </a:t>
            </a:r>
            <a:r>
              <a:rPr kumimoji="0" lang="en-US" altLang="pt-BR" sz="1350" dirty="0" err="1"/>
              <a:t>raiz-quadrada</a:t>
            </a:r>
            <a:r>
              <a:rPr kumimoji="0" lang="en-US" altLang="pt-BR" sz="1350" dirty="0"/>
              <a:t>(</a:t>
            </a:r>
            <a:r>
              <a:rPr kumimoji="0" lang="en-US" altLang="pt-BR" sz="1350" dirty="0" err="1"/>
              <a:t>nro</a:t>
            </a:r>
            <a:r>
              <a:rPr kumimoji="0" lang="en-US" altLang="pt-BR" sz="1350" dirty="0"/>
              <a:t>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escreva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raiz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senão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escreva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mensagem</a:t>
            </a:r>
            <a:r>
              <a:rPr kumimoji="0" lang="en-US" altLang="pt-BR" sz="1350" dirty="0"/>
              <a:t> de </a:t>
            </a:r>
            <a:r>
              <a:rPr kumimoji="0" lang="en-US" altLang="pt-BR" sz="1350" dirty="0" err="1"/>
              <a:t>erro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fim</a:t>
            </a:r>
            <a:r>
              <a:rPr kumimoji="0" lang="en-US" altLang="pt-BR" sz="1350" dirty="0"/>
              <a:t>-se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 err="1"/>
              <a:t>fim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pt-BR" sz="1350" dirty="0"/>
          </a:p>
        </p:txBody>
      </p:sp>
      <p:grpSp>
        <p:nvGrpSpPr>
          <p:cNvPr id="16" name="Grupo 15"/>
          <p:cNvGrpSpPr/>
          <p:nvPr/>
        </p:nvGrpSpPr>
        <p:grpSpPr>
          <a:xfrm>
            <a:off x="3298035" y="2878930"/>
            <a:ext cx="588171" cy="535781"/>
            <a:chOff x="3140867" y="2878930"/>
            <a:chExt cx="588171" cy="535781"/>
          </a:xfrm>
        </p:grpSpPr>
        <p:sp>
          <p:nvSpPr>
            <p:cNvPr id="17" name="AutoShape 10"/>
            <p:cNvSpPr>
              <a:spLocks/>
            </p:cNvSpPr>
            <p:nvPr/>
          </p:nvSpPr>
          <p:spPr bwMode="auto">
            <a:xfrm>
              <a:off x="3140867" y="2878930"/>
              <a:ext cx="192883" cy="535781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8" name="Oval 12"/>
            <p:cNvSpPr>
              <a:spLocks noChangeArrowheads="1"/>
            </p:cNvSpPr>
            <p:nvPr/>
          </p:nvSpPr>
          <p:spPr bwMode="auto">
            <a:xfrm>
              <a:off x="3383756" y="2911721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1</a:t>
              </a:r>
              <a:endParaRPr kumimoji="0" lang="pt-BR" altLang="pt-BR" sz="1200" dirty="0"/>
            </a:p>
          </p:txBody>
        </p:sp>
      </p:grpSp>
      <p:sp>
        <p:nvSpPr>
          <p:cNvPr id="19" name="Oval 12"/>
          <p:cNvSpPr>
            <a:spLocks noChangeArrowheads="1"/>
          </p:cNvSpPr>
          <p:nvPr/>
        </p:nvSpPr>
        <p:spPr bwMode="auto">
          <a:xfrm>
            <a:off x="7336652" y="3006969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1</a:t>
            </a:r>
            <a:endParaRPr kumimoji="0" lang="pt-BR" altLang="pt-BR" sz="1200" dirty="0"/>
          </a:p>
        </p:txBody>
      </p:sp>
      <p:grpSp>
        <p:nvGrpSpPr>
          <p:cNvPr id="20" name="Grupo 19"/>
          <p:cNvGrpSpPr/>
          <p:nvPr/>
        </p:nvGrpSpPr>
        <p:grpSpPr>
          <a:xfrm>
            <a:off x="5307825" y="3359951"/>
            <a:ext cx="588171" cy="535781"/>
            <a:chOff x="3140867" y="2878930"/>
            <a:chExt cx="588171" cy="535781"/>
          </a:xfrm>
        </p:grpSpPr>
        <p:sp>
          <p:nvSpPr>
            <p:cNvPr id="21" name="AutoShape 10"/>
            <p:cNvSpPr>
              <a:spLocks/>
            </p:cNvSpPr>
            <p:nvPr/>
          </p:nvSpPr>
          <p:spPr bwMode="auto">
            <a:xfrm>
              <a:off x="3140867" y="2878930"/>
              <a:ext cx="192883" cy="535781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2" name="Oval 12"/>
            <p:cNvSpPr>
              <a:spLocks noChangeArrowheads="1"/>
            </p:cNvSpPr>
            <p:nvPr/>
          </p:nvSpPr>
          <p:spPr bwMode="auto">
            <a:xfrm>
              <a:off x="3383756" y="2911721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2</a:t>
              </a:r>
              <a:endParaRPr kumimoji="0" lang="pt-BR" altLang="pt-BR" sz="1200" dirty="0"/>
            </a:p>
          </p:txBody>
        </p:sp>
      </p:grpSp>
      <p:sp>
        <p:nvSpPr>
          <p:cNvPr id="23" name="Oval 12"/>
          <p:cNvSpPr>
            <a:spLocks noChangeArrowheads="1"/>
          </p:cNvSpPr>
          <p:nvPr/>
        </p:nvSpPr>
        <p:spPr bwMode="auto">
          <a:xfrm>
            <a:off x="6731808" y="3759451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2</a:t>
            </a:r>
            <a:endParaRPr kumimoji="0" lang="pt-BR" altLang="pt-BR" sz="1200" dirty="0"/>
          </a:p>
        </p:txBody>
      </p:sp>
      <p:cxnSp>
        <p:nvCxnSpPr>
          <p:cNvPr id="24" name="Conector de seta reta 23"/>
          <p:cNvCxnSpPr>
            <a:stCxn id="19" idx="3"/>
            <a:endCxn id="23" idx="7"/>
          </p:cNvCxnSpPr>
          <p:nvPr/>
        </p:nvCxnSpPr>
        <p:spPr>
          <a:xfrm flipH="1">
            <a:off x="7026525" y="3271664"/>
            <a:ext cx="360692" cy="533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2"/>
          <p:cNvSpPr>
            <a:spLocks noChangeArrowheads="1"/>
          </p:cNvSpPr>
          <p:nvPr/>
        </p:nvSpPr>
        <p:spPr bwMode="auto">
          <a:xfrm>
            <a:off x="7857593" y="3726655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3</a:t>
            </a:r>
            <a:endParaRPr kumimoji="0" lang="pt-BR" altLang="pt-BR" sz="1200" dirty="0"/>
          </a:p>
        </p:txBody>
      </p:sp>
      <p:cxnSp>
        <p:nvCxnSpPr>
          <p:cNvPr id="26" name="Conector de seta reta 25"/>
          <p:cNvCxnSpPr>
            <a:stCxn id="19" idx="5"/>
            <a:endCxn id="25" idx="1"/>
          </p:cNvCxnSpPr>
          <p:nvPr/>
        </p:nvCxnSpPr>
        <p:spPr>
          <a:xfrm>
            <a:off x="7631369" y="3271664"/>
            <a:ext cx="276789" cy="500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/>
          <p:cNvGrpSpPr/>
          <p:nvPr/>
        </p:nvGrpSpPr>
        <p:grpSpPr>
          <a:xfrm>
            <a:off x="5527297" y="3959470"/>
            <a:ext cx="549675" cy="369678"/>
            <a:chOff x="5527297" y="3959470"/>
            <a:chExt cx="549675" cy="369678"/>
          </a:xfrm>
        </p:grpSpPr>
        <p:sp>
          <p:nvSpPr>
            <p:cNvPr id="28" name="AutoShape 10"/>
            <p:cNvSpPr>
              <a:spLocks/>
            </p:cNvSpPr>
            <p:nvPr/>
          </p:nvSpPr>
          <p:spPr bwMode="auto">
            <a:xfrm>
              <a:off x="5527297" y="3959470"/>
              <a:ext cx="165896" cy="369678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29" name="Oval 12"/>
            <p:cNvSpPr>
              <a:spLocks noChangeArrowheads="1"/>
            </p:cNvSpPr>
            <p:nvPr/>
          </p:nvSpPr>
          <p:spPr bwMode="auto">
            <a:xfrm>
              <a:off x="5731690" y="3959488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3</a:t>
              </a:r>
              <a:endParaRPr kumimoji="0" lang="pt-BR" altLang="pt-BR" sz="1200" dirty="0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2950784" y="4211881"/>
            <a:ext cx="549675" cy="369678"/>
            <a:chOff x="5527297" y="3959470"/>
            <a:chExt cx="549675" cy="369678"/>
          </a:xfrm>
        </p:grpSpPr>
        <p:sp>
          <p:nvSpPr>
            <p:cNvPr id="31" name="AutoShape 10"/>
            <p:cNvSpPr>
              <a:spLocks/>
            </p:cNvSpPr>
            <p:nvPr/>
          </p:nvSpPr>
          <p:spPr bwMode="auto">
            <a:xfrm>
              <a:off x="5527297" y="3959470"/>
              <a:ext cx="165896" cy="369678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32" name="Oval 12"/>
            <p:cNvSpPr>
              <a:spLocks noChangeArrowheads="1"/>
            </p:cNvSpPr>
            <p:nvPr/>
          </p:nvSpPr>
          <p:spPr bwMode="auto">
            <a:xfrm>
              <a:off x="5731690" y="3959488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/>
                <a:t>4</a:t>
              </a:r>
            </a:p>
          </p:txBody>
        </p:sp>
      </p:grpSp>
      <p:sp>
        <p:nvSpPr>
          <p:cNvPr id="33" name="Oval 12"/>
          <p:cNvSpPr>
            <a:spLocks noChangeArrowheads="1"/>
          </p:cNvSpPr>
          <p:nvPr/>
        </p:nvSpPr>
        <p:spPr bwMode="auto">
          <a:xfrm>
            <a:off x="7331884" y="453098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4</a:t>
            </a:r>
            <a:endParaRPr kumimoji="0" lang="pt-BR" altLang="pt-BR" sz="1200" dirty="0"/>
          </a:p>
        </p:txBody>
      </p:sp>
      <p:cxnSp>
        <p:nvCxnSpPr>
          <p:cNvPr id="34" name="Conector de seta reta 33"/>
          <p:cNvCxnSpPr>
            <a:stCxn id="23" idx="5"/>
            <a:endCxn id="33" idx="1"/>
          </p:cNvCxnSpPr>
          <p:nvPr/>
        </p:nvCxnSpPr>
        <p:spPr>
          <a:xfrm>
            <a:off x="7026525" y="4024146"/>
            <a:ext cx="355924" cy="552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5" idx="3"/>
            <a:endCxn id="33" idx="7"/>
          </p:cNvCxnSpPr>
          <p:nvPr/>
        </p:nvCxnSpPr>
        <p:spPr>
          <a:xfrm flipH="1">
            <a:off x="7626601" y="3991350"/>
            <a:ext cx="281557" cy="585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896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5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pt-BR" dirty="0" err="1"/>
              <a:t>Exemplo</a:t>
            </a:r>
            <a:r>
              <a:rPr lang="en-US" altLang="pt-BR" dirty="0"/>
              <a:t> de </a:t>
            </a:r>
            <a:r>
              <a:rPr lang="en-US" altLang="pt-BR" dirty="0" err="1"/>
              <a:t>Construção</a:t>
            </a:r>
            <a:r>
              <a:rPr lang="en-US" altLang="pt-BR" dirty="0"/>
              <a:t> do </a:t>
            </a:r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en-US" altLang="pt-BR" dirty="0"/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alt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altLang="pt-BR" dirty="0" err="1" smtClean="0">
                <a:solidFill>
                  <a:schemeClr val="accent1">
                    <a:lumMod val="75000"/>
                  </a:schemeClr>
                </a:solidFill>
              </a:rPr>
              <a:t>Programa</a:t>
            </a:r>
            <a:r>
              <a:rPr lang="en-US" altLang="pt-BR" dirty="0" smtClean="0">
                <a:solidFill>
                  <a:schemeClr val="accent1">
                    <a:lumMod val="75000"/>
                  </a:schemeClr>
                </a:solidFill>
              </a:rPr>
              <a:t> com loop</a:t>
            </a: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1524000" y="2552701"/>
            <a:ext cx="4162425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 err="1"/>
              <a:t>início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leia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nro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enquanto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nro</a:t>
            </a:r>
            <a:r>
              <a:rPr kumimoji="0" lang="en-US" altLang="pt-BR" sz="1350" dirty="0"/>
              <a:t> </a:t>
            </a:r>
            <a:r>
              <a:rPr kumimoji="0" lang="en-US" altLang="pt-BR" sz="1350" dirty="0">
                <a:sym typeface="Symbol" panose="05050102010706020507" pitchFamily="18" charset="2"/>
              </a:rPr>
              <a:t></a:t>
            </a:r>
            <a:r>
              <a:rPr kumimoji="0" lang="en-US" altLang="pt-BR" sz="1350" dirty="0"/>
              <a:t> 0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     se </a:t>
            </a:r>
            <a:r>
              <a:rPr kumimoji="0" lang="en-US" altLang="pt-BR" sz="1350" dirty="0" err="1"/>
              <a:t>nro</a:t>
            </a:r>
            <a:r>
              <a:rPr kumimoji="0" lang="en-US" altLang="pt-BR" sz="1350" dirty="0"/>
              <a:t> &gt; 0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raiz</a:t>
            </a:r>
            <a:r>
              <a:rPr kumimoji="0" lang="en-US" altLang="pt-BR" sz="1350" dirty="0"/>
              <a:t> = </a:t>
            </a:r>
            <a:r>
              <a:rPr kumimoji="0" lang="en-US" altLang="pt-BR" sz="1350" dirty="0" err="1"/>
              <a:t>raiz-quadrada</a:t>
            </a:r>
            <a:r>
              <a:rPr kumimoji="0" lang="en-US" altLang="pt-BR" sz="1350" dirty="0"/>
              <a:t>(</a:t>
            </a:r>
            <a:r>
              <a:rPr kumimoji="0" lang="en-US" altLang="pt-BR" sz="1350" dirty="0" err="1"/>
              <a:t>nro</a:t>
            </a:r>
            <a:r>
              <a:rPr kumimoji="0" lang="en-US" altLang="pt-BR" sz="1350" dirty="0"/>
              <a:t>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escreva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raiz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     </a:t>
            </a:r>
            <a:r>
              <a:rPr kumimoji="0" lang="en-US" altLang="pt-BR" sz="1350" dirty="0" err="1"/>
              <a:t>senão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	</a:t>
            </a:r>
            <a:r>
              <a:rPr kumimoji="0" lang="en-US" altLang="pt-BR" sz="1350" dirty="0" err="1"/>
              <a:t>escreva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mensagem</a:t>
            </a:r>
            <a:r>
              <a:rPr kumimoji="0" lang="en-US" altLang="pt-BR" sz="1350" dirty="0"/>
              <a:t> de </a:t>
            </a:r>
            <a:r>
              <a:rPr kumimoji="0" lang="en-US" altLang="pt-BR" sz="1350" dirty="0" err="1"/>
              <a:t>erro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     </a:t>
            </a:r>
            <a:r>
              <a:rPr kumimoji="0" lang="en-US" altLang="pt-BR" sz="1350" dirty="0" err="1"/>
              <a:t>fim</a:t>
            </a:r>
            <a:r>
              <a:rPr kumimoji="0" lang="en-US" altLang="pt-BR" sz="1350" dirty="0"/>
              <a:t>-se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     </a:t>
            </a:r>
            <a:r>
              <a:rPr kumimoji="0" lang="en-US" altLang="pt-BR" sz="1350" dirty="0" err="1"/>
              <a:t>leia</a:t>
            </a:r>
            <a:r>
              <a:rPr kumimoji="0" lang="en-US" altLang="pt-BR" sz="1350" dirty="0"/>
              <a:t> </a:t>
            </a:r>
            <a:r>
              <a:rPr kumimoji="0" lang="en-US" altLang="pt-BR" sz="1350" dirty="0" err="1"/>
              <a:t>nro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/>
              <a:t>	</a:t>
            </a:r>
            <a:r>
              <a:rPr kumimoji="0" lang="en-US" altLang="pt-BR" sz="1350" dirty="0" err="1"/>
              <a:t>fim-enqto</a:t>
            </a:r>
            <a:endParaRPr kumimoji="0" lang="en-US" altLang="pt-BR" sz="1350" dirty="0"/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pt-BR" sz="1350" dirty="0" err="1"/>
              <a:t>fim</a:t>
            </a:r>
            <a:endParaRPr kumimoji="0" lang="en-US" altLang="pt-BR" sz="1350" dirty="0"/>
          </a:p>
        </p:txBody>
      </p:sp>
      <p:grpSp>
        <p:nvGrpSpPr>
          <p:cNvPr id="37" name="Grupo 36"/>
          <p:cNvGrpSpPr/>
          <p:nvPr/>
        </p:nvGrpSpPr>
        <p:grpSpPr>
          <a:xfrm>
            <a:off x="3867741" y="3000375"/>
            <a:ext cx="330067" cy="185738"/>
            <a:chOff x="4086225" y="3000375"/>
            <a:chExt cx="330067" cy="185738"/>
          </a:xfrm>
        </p:grpSpPr>
        <p:grpSp>
          <p:nvGrpSpPr>
            <p:cNvPr id="38" name="Group 47"/>
            <p:cNvGrpSpPr>
              <a:grpSpLocks/>
            </p:cNvGrpSpPr>
            <p:nvPr/>
          </p:nvGrpSpPr>
          <p:grpSpPr bwMode="auto">
            <a:xfrm>
              <a:off x="4187692" y="3000375"/>
              <a:ext cx="228600" cy="185738"/>
              <a:chOff x="6795" y="4113"/>
              <a:chExt cx="480" cy="390"/>
            </a:xfrm>
          </p:grpSpPr>
          <p:sp>
            <p:nvSpPr>
              <p:cNvPr id="40" name="Oval 48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41" name="Text Box 49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 dirty="0"/>
                  <a:t>2</a:t>
                </a:r>
              </a:p>
            </p:txBody>
          </p:sp>
        </p:grpSp>
        <p:sp>
          <p:nvSpPr>
            <p:cNvPr id="39" name="AutoShape 50"/>
            <p:cNvSpPr>
              <a:spLocks/>
            </p:cNvSpPr>
            <p:nvPr/>
          </p:nvSpPr>
          <p:spPr bwMode="auto">
            <a:xfrm>
              <a:off x="4086225" y="3033713"/>
              <a:ext cx="66675" cy="142875"/>
            </a:xfrm>
            <a:prstGeom prst="rightBrace">
              <a:avLst>
                <a:gd name="adj1" fmla="val 1785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3628604" y="3231356"/>
            <a:ext cx="373856" cy="185738"/>
            <a:chOff x="3733800" y="3231356"/>
            <a:chExt cx="373856" cy="185738"/>
          </a:xfrm>
        </p:grpSpPr>
        <p:grpSp>
          <p:nvGrpSpPr>
            <p:cNvPr id="43" name="Group 51"/>
            <p:cNvGrpSpPr>
              <a:grpSpLocks/>
            </p:cNvGrpSpPr>
            <p:nvPr/>
          </p:nvGrpSpPr>
          <p:grpSpPr bwMode="auto">
            <a:xfrm>
              <a:off x="3879056" y="3231356"/>
              <a:ext cx="228600" cy="185738"/>
              <a:chOff x="6795" y="4113"/>
              <a:chExt cx="480" cy="390"/>
            </a:xfrm>
          </p:grpSpPr>
          <p:sp>
            <p:nvSpPr>
              <p:cNvPr id="45" name="Oval 52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46" name="Text Box 53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3</a:t>
                </a:r>
              </a:p>
            </p:txBody>
          </p:sp>
        </p:grpSp>
        <p:sp>
          <p:nvSpPr>
            <p:cNvPr id="44" name="AutoShape 54"/>
            <p:cNvSpPr>
              <a:spLocks/>
            </p:cNvSpPr>
            <p:nvPr/>
          </p:nvSpPr>
          <p:spPr bwMode="auto">
            <a:xfrm>
              <a:off x="3733800" y="3240881"/>
              <a:ext cx="66675" cy="142875"/>
            </a:xfrm>
            <a:prstGeom prst="rightBrace">
              <a:avLst>
                <a:gd name="adj1" fmla="val 1785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5602188" y="3450431"/>
            <a:ext cx="384275" cy="468098"/>
            <a:chOff x="5602188" y="3450431"/>
            <a:chExt cx="384275" cy="468098"/>
          </a:xfrm>
        </p:grpSpPr>
        <p:sp>
          <p:nvSpPr>
            <p:cNvPr id="48" name="AutoShape 55"/>
            <p:cNvSpPr>
              <a:spLocks/>
            </p:cNvSpPr>
            <p:nvPr/>
          </p:nvSpPr>
          <p:spPr bwMode="auto">
            <a:xfrm>
              <a:off x="5602188" y="3450431"/>
              <a:ext cx="81856" cy="468098"/>
            </a:xfrm>
            <a:prstGeom prst="rightBrace">
              <a:avLst>
                <a:gd name="adj1" fmla="val 3166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grpSp>
          <p:nvGrpSpPr>
            <p:cNvPr id="49" name="Group 56"/>
            <p:cNvGrpSpPr>
              <a:grpSpLocks/>
            </p:cNvGrpSpPr>
            <p:nvPr/>
          </p:nvGrpSpPr>
          <p:grpSpPr bwMode="auto">
            <a:xfrm>
              <a:off x="5729287" y="3565922"/>
              <a:ext cx="257176" cy="215505"/>
              <a:chOff x="6795" y="4113"/>
              <a:chExt cx="480" cy="390"/>
            </a:xfrm>
          </p:grpSpPr>
          <p:sp>
            <p:nvSpPr>
              <p:cNvPr id="50" name="Oval 57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51" name="Text Box 58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4</a:t>
                </a:r>
              </a:p>
            </p:txBody>
          </p:sp>
        </p:grpSp>
      </p:grpSp>
      <p:grpSp>
        <p:nvGrpSpPr>
          <p:cNvPr id="52" name="Grupo 51"/>
          <p:cNvGrpSpPr/>
          <p:nvPr/>
        </p:nvGrpSpPr>
        <p:grpSpPr>
          <a:xfrm>
            <a:off x="5700713" y="3969545"/>
            <a:ext cx="342900" cy="292894"/>
            <a:chOff x="5700713" y="3969545"/>
            <a:chExt cx="342900" cy="292894"/>
          </a:xfrm>
        </p:grpSpPr>
        <p:sp>
          <p:nvSpPr>
            <p:cNvPr id="53" name="AutoShape 59"/>
            <p:cNvSpPr>
              <a:spLocks/>
            </p:cNvSpPr>
            <p:nvPr/>
          </p:nvSpPr>
          <p:spPr bwMode="auto">
            <a:xfrm>
              <a:off x="5700713" y="3969545"/>
              <a:ext cx="85725" cy="292894"/>
            </a:xfrm>
            <a:prstGeom prst="rightBrace">
              <a:avLst>
                <a:gd name="adj1" fmla="val 28472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grpSp>
          <p:nvGrpSpPr>
            <p:cNvPr id="54" name="Group 60"/>
            <p:cNvGrpSpPr>
              <a:grpSpLocks/>
            </p:cNvGrpSpPr>
            <p:nvPr/>
          </p:nvGrpSpPr>
          <p:grpSpPr bwMode="auto">
            <a:xfrm>
              <a:off x="5815013" y="4011216"/>
              <a:ext cx="228600" cy="185738"/>
              <a:chOff x="6795" y="4113"/>
              <a:chExt cx="480" cy="390"/>
            </a:xfrm>
          </p:grpSpPr>
          <p:sp>
            <p:nvSpPr>
              <p:cNvPr id="55" name="Oval 61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56" name="Text Box 62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5</a:t>
                </a:r>
              </a:p>
            </p:txBody>
          </p:sp>
        </p:grpSp>
      </p:grpSp>
      <p:grpSp>
        <p:nvGrpSpPr>
          <p:cNvPr id="57" name="Grupo 56"/>
          <p:cNvGrpSpPr/>
          <p:nvPr/>
        </p:nvGrpSpPr>
        <p:grpSpPr>
          <a:xfrm>
            <a:off x="3417094" y="4342210"/>
            <a:ext cx="364331" cy="242888"/>
            <a:chOff x="3417094" y="4342210"/>
            <a:chExt cx="364331" cy="242888"/>
          </a:xfrm>
        </p:grpSpPr>
        <p:sp>
          <p:nvSpPr>
            <p:cNvPr id="58" name="AutoShape 63"/>
            <p:cNvSpPr>
              <a:spLocks/>
            </p:cNvSpPr>
            <p:nvPr/>
          </p:nvSpPr>
          <p:spPr bwMode="auto">
            <a:xfrm>
              <a:off x="3417094" y="4342210"/>
              <a:ext cx="85725" cy="242888"/>
            </a:xfrm>
            <a:prstGeom prst="rightBrace">
              <a:avLst>
                <a:gd name="adj1" fmla="val 2361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grpSp>
          <p:nvGrpSpPr>
            <p:cNvPr id="59" name="Group 64"/>
            <p:cNvGrpSpPr>
              <a:grpSpLocks/>
            </p:cNvGrpSpPr>
            <p:nvPr/>
          </p:nvGrpSpPr>
          <p:grpSpPr bwMode="auto">
            <a:xfrm>
              <a:off x="3552825" y="4349353"/>
              <a:ext cx="228600" cy="185738"/>
              <a:chOff x="6795" y="4113"/>
              <a:chExt cx="480" cy="390"/>
            </a:xfrm>
          </p:grpSpPr>
          <p:sp>
            <p:nvSpPr>
              <p:cNvPr id="60" name="Oval 65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61" name="Text Box 66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 dirty="0"/>
                  <a:t>6</a:t>
                </a:r>
              </a:p>
            </p:txBody>
          </p:sp>
        </p:grpSp>
      </p:grpSp>
      <p:grpSp>
        <p:nvGrpSpPr>
          <p:cNvPr id="62" name="Grupo 61"/>
          <p:cNvGrpSpPr/>
          <p:nvPr/>
        </p:nvGrpSpPr>
        <p:grpSpPr>
          <a:xfrm>
            <a:off x="3288506" y="4666102"/>
            <a:ext cx="371475" cy="242888"/>
            <a:chOff x="3288506" y="4747022"/>
            <a:chExt cx="371475" cy="242888"/>
          </a:xfrm>
        </p:grpSpPr>
        <p:grpSp>
          <p:nvGrpSpPr>
            <p:cNvPr id="63" name="Group 67"/>
            <p:cNvGrpSpPr>
              <a:grpSpLocks/>
            </p:cNvGrpSpPr>
            <p:nvPr/>
          </p:nvGrpSpPr>
          <p:grpSpPr bwMode="auto">
            <a:xfrm>
              <a:off x="3431381" y="4789885"/>
              <a:ext cx="228600" cy="185738"/>
              <a:chOff x="6795" y="4113"/>
              <a:chExt cx="480" cy="390"/>
            </a:xfrm>
          </p:grpSpPr>
          <p:sp>
            <p:nvSpPr>
              <p:cNvPr id="65" name="Oval 68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66" name="Text Box 69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7</a:t>
                </a:r>
              </a:p>
            </p:txBody>
          </p:sp>
        </p:grpSp>
        <p:sp>
          <p:nvSpPr>
            <p:cNvPr id="64" name="AutoShape 70"/>
            <p:cNvSpPr>
              <a:spLocks/>
            </p:cNvSpPr>
            <p:nvPr/>
          </p:nvSpPr>
          <p:spPr bwMode="auto">
            <a:xfrm>
              <a:off x="3288506" y="4747022"/>
              <a:ext cx="85725" cy="242888"/>
            </a:xfrm>
            <a:prstGeom prst="rightBrace">
              <a:avLst>
                <a:gd name="adj1" fmla="val 2361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</p:grpSp>
      <p:grpSp>
        <p:nvGrpSpPr>
          <p:cNvPr id="67" name="Group 72"/>
          <p:cNvGrpSpPr>
            <a:grpSpLocks/>
          </p:cNvGrpSpPr>
          <p:nvPr/>
        </p:nvGrpSpPr>
        <p:grpSpPr bwMode="auto">
          <a:xfrm>
            <a:off x="7300914" y="3509964"/>
            <a:ext cx="228600" cy="185738"/>
            <a:chOff x="6795" y="4113"/>
            <a:chExt cx="480" cy="390"/>
          </a:xfrm>
        </p:grpSpPr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69" name="Text Box 74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3</a:t>
              </a:r>
            </a:p>
          </p:txBody>
        </p:sp>
      </p:grpSp>
      <p:grpSp>
        <p:nvGrpSpPr>
          <p:cNvPr id="70" name="Group 75"/>
          <p:cNvGrpSpPr>
            <a:grpSpLocks/>
          </p:cNvGrpSpPr>
          <p:nvPr/>
        </p:nvGrpSpPr>
        <p:grpSpPr bwMode="auto">
          <a:xfrm>
            <a:off x="7043739" y="3908823"/>
            <a:ext cx="228600" cy="185738"/>
            <a:chOff x="6795" y="4113"/>
            <a:chExt cx="480" cy="390"/>
          </a:xfrm>
        </p:grpSpPr>
        <p:sp>
          <p:nvSpPr>
            <p:cNvPr id="71" name="Oval 76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72" name="Text Box 77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4</a:t>
              </a:r>
            </a:p>
          </p:txBody>
        </p:sp>
      </p:grpSp>
      <p:grpSp>
        <p:nvGrpSpPr>
          <p:cNvPr id="73" name="Group 78"/>
          <p:cNvGrpSpPr>
            <a:grpSpLocks/>
          </p:cNvGrpSpPr>
          <p:nvPr/>
        </p:nvGrpSpPr>
        <p:grpSpPr bwMode="auto">
          <a:xfrm>
            <a:off x="7536657" y="3896917"/>
            <a:ext cx="228600" cy="185738"/>
            <a:chOff x="6795" y="4113"/>
            <a:chExt cx="480" cy="390"/>
          </a:xfrm>
        </p:grpSpPr>
        <p:sp>
          <p:nvSpPr>
            <p:cNvPr id="74" name="Oval 79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75" name="Text Box 80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5</a:t>
              </a:r>
            </a:p>
          </p:txBody>
        </p:sp>
      </p:grpSp>
      <p:grpSp>
        <p:nvGrpSpPr>
          <p:cNvPr id="76" name="Group 81"/>
          <p:cNvGrpSpPr>
            <a:grpSpLocks/>
          </p:cNvGrpSpPr>
          <p:nvPr/>
        </p:nvGrpSpPr>
        <p:grpSpPr bwMode="auto">
          <a:xfrm>
            <a:off x="7293770" y="4331495"/>
            <a:ext cx="228600" cy="185738"/>
            <a:chOff x="6795" y="4113"/>
            <a:chExt cx="480" cy="390"/>
          </a:xfrm>
        </p:grpSpPr>
        <p:sp>
          <p:nvSpPr>
            <p:cNvPr id="77" name="Oval 82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78" name="Text Box 83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6</a:t>
              </a:r>
            </a:p>
          </p:txBody>
        </p:sp>
      </p:grpSp>
      <p:sp>
        <p:nvSpPr>
          <p:cNvPr id="79" name="Line 84"/>
          <p:cNvSpPr>
            <a:spLocks noChangeShapeType="1"/>
          </p:cNvSpPr>
          <p:nvPr/>
        </p:nvSpPr>
        <p:spPr bwMode="auto">
          <a:xfrm flipH="1">
            <a:off x="7186614" y="3657601"/>
            <a:ext cx="142875" cy="2500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80" name="Line 85"/>
          <p:cNvSpPr>
            <a:spLocks noChangeShapeType="1"/>
          </p:cNvSpPr>
          <p:nvPr/>
        </p:nvSpPr>
        <p:spPr bwMode="auto">
          <a:xfrm>
            <a:off x="7500939" y="3650457"/>
            <a:ext cx="121444" cy="2500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81" name="Line 86"/>
          <p:cNvSpPr>
            <a:spLocks noChangeShapeType="1"/>
          </p:cNvSpPr>
          <p:nvPr/>
        </p:nvSpPr>
        <p:spPr bwMode="auto">
          <a:xfrm>
            <a:off x="7179470" y="4100514"/>
            <a:ext cx="142875" cy="2357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82" name="Line 87"/>
          <p:cNvSpPr>
            <a:spLocks noChangeShapeType="1"/>
          </p:cNvSpPr>
          <p:nvPr/>
        </p:nvSpPr>
        <p:spPr bwMode="auto">
          <a:xfrm flipH="1">
            <a:off x="7465220" y="4093370"/>
            <a:ext cx="142875" cy="2500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grpSp>
        <p:nvGrpSpPr>
          <p:cNvPr id="83" name="Group 88"/>
          <p:cNvGrpSpPr>
            <a:grpSpLocks/>
          </p:cNvGrpSpPr>
          <p:nvPr/>
        </p:nvGrpSpPr>
        <p:grpSpPr bwMode="auto">
          <a:xfrm>
            <a:off x="7286626" y="2695576"/>
            <a:ext cx="228600" cy="185738"/>
            <a:chOff x="6795" y="4113"/>
            <a:chExt cx="480" cy="390"/>
          </a:xfrm>
        </p:grpSpPr>
        <p:sp>
          <p:nvSpPr>
            <p:cNvPr id="84" name="Oval 89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85" name="Text Box 90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1</a:t>
              </a:r>
            </a:p>
          </p:txBody>
        </p:sp>
      </p:grpSp>
      <p:grpSp>
        <p:nvGrpSpPr>
          <p:cNvPr id="86" name="Group 91"/>
          <p:cNvGrpSpPr>
            <a:grpSpLocks/>
          </p:cNvGrpSpPr>
          <p:nvPr/>
        </p:nvGrpSpPr>
        <p:grpSpPr bwMode="auto">
          <a:xfrm>
            <a:off x="7293770" y="3109914"/>
            <a:ext cx="228600" cy="185738"/>
            <a:chOff x="6795" y="4113"/>
            <a:chExt cx="480" cy="390"/>
          </a:xfrm>
        </p:grpSpPr>
        <p:sp>
          <p:nvSpPr>
            <p:cNvPr id="87" name="Oval 92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88" name="Text Box 93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</a:t>
              </a:r>
            </a:p>
          </p:txBody>
        </p:sp>
      </p:grpSp>
      <p:grpSp>
        <p:nvGrpSpPr>
          <p:cNvPr id="89" name="Group 94"/>
          <p:cNvGrpSpPr>
            <a:grpSpLocks/>
          </p:cNvGrpSpPr>
          <p:nvPr/>
        </p:nvGrpSpPr>
        <p:grpSpPr bwMode="auto">
          <a:xfrm>
            <a:off x="7300914" y="4688682"/>
            <a:ext cx="228600" cy="185738"/>
            <a:chOff x="6795" y="4113"/>
            <a:chExt cx="480" cy="390"/>
          </a:xfrm>
        </p:grpSpPr>
        <p:sp>
          <p:nvSpPr>
            <p:cNvPr id="90" name="Oval 95"/>
            <p:cNvSpPr>
              <a:spLocks noChangeArrowheads="1"/>
            </p:cNvSpPr>
            <p:nvPr/>
          </p:nvSpPr>
          <p:spPr bwMode="auto">
            <a:xfrm>
              <a:off x="6795" y="4113"/>
              <a:ext cx="435" cy="3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91" name="Text Box 96"/>
            <p:cNvSpPr txBox="1">
              <a:spLocks noChangeArrowheads="1"/>
            </p:cNvSpPr>
            <p:nvPr/>
          </p:nvSpPr>
          <p:spPr bwMode="auto">
            <a:xfrm>
              <a:off x="6825" y="4128"/>
              <a:ext cx="45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7</a:t>
              </a:r>
            </a:p>
          </p:txBody>
        </p:sp>
      </p:grpSp>
      <p:sp>
        <p:nvSpPr>
          <p:cNvPr id="92" name="Line 97"/>
          <p:cNvSpPr>
            <a:spLocks noChangeShapeType="1"/>
          </p:cNvSpPr>
          <p:nvPr/>
        </p:nvSpPr>
        <p:spPr bwMode="auto">
          <a:xfrm>
            <a:off x="7386639" y="2892029"/>
            <a:ext cx="0" cy="214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93" name="Line 98"/>
          <p:cNvSpPr>
            <a:spLocks noChangeShapeType="1"/>
          </p:cNvSpPr>
          <p:nvPr/>
        </p:nvSpPr>
        <p:spPr bwMode="auto">
          <a:xfrm>
            <a:off x="7393782" y="3306367"/>
            <a:ext cx="0" cy="214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94" name="Freeform 100"/>
          <p:cNvSpPr>
            <a:spLocks/>
          </p:cNvSpPr>
          <p:nvPr/>
        </p:nvSpPr>
        <p:spPr bwMode="auto">
          <a:xfrm>
            <a:off x="7508082" y="3228976"/>
            <a:ext cx="330994" cy="1193006"/>
          </a:xfrm>
          <a:custGeom>
            <a:avLst/>
            <a:gdLst>
              <a:gd name="T0" fmla="*/ 2 w 695"/>
              <a:gd name="T1" fmla="*/ 401 h 2505"/>
              <a:gd name="T2" fmla="*/ 26 w 695"/>
              <a:gd name="T3" fmla="*/ 391 h 2505"/>
              <a:gd name="T4" fmla="*/ 55 w 695"/>
              <a:gd name="T5" fmla="*/ 370 h 2505"/>
              <a:gd name="T6" fmla="*/ 74 w 695"/>
              <a:gd name="T7" fmla="*/ 355 h 2505"/>
              <a:gd name="T8" fmla="*/ 89 w 695"/>
              <a:gd name="T9" fmla="*/ 334 h 2505"/>
              <a:gd name="T10" fmla="*/ 103 w 695"/>
              <a:gd name="T11" fmla="*/ 305 h 2505"/>
              <a:gd name="T12" fmla="*/ 110 w 695"/>
              <a:gd name="T13" fmla="*/ 264 h 2505"/>
              <a:gd name="T14" fmla="*/ 108 w 695"/>
              <a:gd name="T15" fmla="*/ 228 h 2505"/>
              <a:gd name="T16" fmla="*/ 103 w 695"/>
              <a:gd name="T17" fmla="*/ 187 h 2505"/>
              <a:gd name="T18" fmla="*/ 91 w 695"/>
              <a:gd name="T19" fmla="*/ 144 h 2505"/>
              <a:gd name="T20" fmla="*/ 79 w 695"/>
              <a:gd name="T21" fmla="*/ 106 h 2505"/>
              <a:gd name="T22" fmla="*/ 62 w 695"/>
              <a:gd name="T23" fmla="*/ 67 h 2505"/>
              <a:gd name="T24" fmla="*/ 46 w 695"/>
              <a:gd name="T25" fmla="*/ 38 h 2505"/>
              <a:gd name="T26" fmla="*/ 19 w 695"/>
              <a:gd name="T27" fmla="*/ 14 h 2505"/>
              <a:gd name="T28" fmla="*/ 0 w 695"/>
              <a:gd name="T29" fmla="*/ 0 h 250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695"/>
              <a:gd name="T46" fmla="*/ 0 h 2505"/>
              <a:gd name="T47" fmla="*/ 695 w 695"/>
              <a:gd name="T48" fmla="*/ 2505 h 250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695" h="2505">
                <a:moveTo>
                  <a:pt x="15" y="2505"/>
                </a:moveTo>
                <a:cubicBezTo>
                  <a:pt x="62" y="2491"/>
                  <a:pt x="110" y="2477"/>
                  <a:pt x="165" y="2445"/>
                </a:cubicBezTo>
                <a:cubicBezTo>
                  <a:pt x="220" y="2413"/>
                  <a:pt x="295" y="2348"/>
                  <a:pt x="345" y="2310"/>
                </a:cubicBezTo>
                <a:cubicBezTo>
                  <a:pt x="395" y="2272"/>
                  <a:pt x="430" y="2257"/>
                  <a:pt x="465" y="2220"/>
                </a:cubicBezTo>
                <a:cubicBezTo>
                  <a:pt x="500" y="2183"/>
                  <a:pt x="525" y="2138"/>
                  <a:pt x="555" y="2085"/>
                </a:cubicBezTo>
                <a:cubicBezTo>
                  <a:pt x="585" y="2032"/>
                  <a:pt x="623" y="1977"/>
                  <a:pt x="645" y="1905"/>
                </a:cubicBezTo>
                <a:cubicBezTo>
                  <a:pt x="667" y="1833"/>
                  <a:pt x="685" y="1730"/>
                  <a:pt x="690" y="1650"/>
                </a:cubicBezTo>
                <a:cubicBezTo>
                  <a:pt x="695" y="1570"/>
                  <a:pt x="682" y="1505"/>
                  <a:pt x="675" y="1425"/>
                </a:cubicBezTo>
                <a:cubicBezTo>
                  <a:pt x="668" y="1345"/>
                  <a:pt x="662" y="1257"/>
                  <a:pt x="645" y="1170"/>
                </a:cubicBezTo>
                <a:cubicBezTo>
                  <a:pt x="628" y="1083"/>
                  <a:pt x="595" y="985"/>
                  <a:pt x="570" y="900"/>
                </a:cubicBezTo>
                <a:cubicBezTo>
                  <a:pt x="545" y="815"/>
                  <a:pt x="525" y="740"/>
                  <a:pt x="495" y="660"/>
                </a:cubicBezTo>
                <a:cubicBezTo>
                  <a:pt x="465" y="580"/>
                  <a:pt x="425" y="490"/>
                  <a:pt x="390" y="420"/>
                </a:cubicBezTo>
                <a:cubicBezTo>
                  <a:pt x="355" y="350"/>
                  <a:pt x="330" y="295"/>
                  <a:pt x="285" y="240"/>
                </a:cubicBezTo>
                <a:cubicBezTo>
                  <a:pt x="240" y="185"/>
                  <a:pt x="167" y="130"/>
                  <a:pt x="120" y="90"/>
                </a:cubicBezTo>
                <a:cubicBezTo>
                  <a:pt x="73" y="50"/>
                  <a:pt x="36" y="25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sp>
        <p:nvSpPr>
          <p:cNvPr id="95" name="Freeform 101"/>
          <p:cNvSpPr>
            <a:spLocks/>
          </p:cNvSpPr>
          <p:nvPr/>
        </p:nvSpPr>
        <p:spPr bwMode="auto">
          <a:xfrm>
            <a:off x="6937773" y="3206354"/>
            <a:ext cx="377428" cy="1514475"/>
          </a:xfrm>
          <a:custGeom>
            <a:avLst/>
            <a:gdLst>
              <a:gd name="T0" fmla="*/ 120 w 792"/>
              <a:gd name="T1" fmla="*/ 0 h 3180"/>
              <a:gd name="T2" fmla="*/ 88 w 792"/>
              <a:gd name="T3" fmla="*/ 12 h 3180"/>
              <a:gd name="T4" fmla="*/ 64 w 792"/>
              <a:gd name="T5" fmla="*/ 31 h 3180"/>
              <a:gd name="T6" fmla="*/ 45 w 792"/>
              <a:gd name="T7" fmla="*/ 50 h 3180"/>
              <a:gd name="T8" fmla="*/ 31 w 792"/>
              <a:gd name="T9" fmla="*/ 77 h 3180"/>
              <a:gd name="T10" fmla="*/ 19 w 792"/>
              <a:gd name="T11" fmla="*/ 113 h 3180"/>
              <a:gd name="T12" fmla="*/ 7 w 792"/>
              <a:gd name="T13" fmla="*/ 161 h 3180"/>
              <a:gd name="T14" fmla="*/ 2 w 792"/>
              <a:gd name="T15" fmla="*/ 202 h 3180"/>
              <a:gd name="T16" fmla="*/ 2 w 792"/>
              <a:gd name="T17" fmla="*/ 252 h 3180"/>
              <a:gd name="T18" fmla="*/ 14 w 792"/>
              <a:gd name="T19" fmla="*/ 329 h 3180"/>
              <a:gd name="T20" fmla="*/ 33 w 792"/>
              <a:gd name="T21" fmla="*/ 386 h 3180"/>
              <a:gd name="T22" fmla="*/ 55 w 792"/>
              <a:gd name="T23" fmla="*/ 432 h 3180"/>
              <a:gd name="T24" fmla="*/ 79 w 792"/>
              <a:gd name="T25" fmla="*/ 461 h 3180"/>
              <a:gd name="T26" fmla="*/ 93 w 792"/>
              <a:gd name="T27" fmla="*/ 480 h 3180"/>
              <a:gd name="T28" fmla="*/ 115 w 792"/>
              <a:gd name="T29" fmla="*/ 499 h 3180"/>
              <a:gd name="T30" fmla="*/ 127 w 792"/>
              <a:gd name="T31" fmla="*/ 509 h 318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792"/>
              <a:gd name="T49" fmla="*/ 0 h 3180"/>
              <a:gd name="T50" fmla="*/ 792 w 792"/>
              <a:gd name="T51" fmla="*/ 3180 h 318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792" h="3180">
                <a:moveTo>
                  <a:pt x="747" y="0"/>
                </a:moveTo>
                <a:cubicBezTo>
                  <a:pt x="678" y="21"/>
                  <a:pt x="609" y="43"/>
                  <a:pt x="552" y="75"/>
                </a:cubicBezTo>
                <a:cubicBezTo>
                  <a:pt x="495" y="107"/>
                  <a:pt x="447" y="155"/>
                  <a:pt x="402" y="195"/>
                </a:cubicBezTo>
                <a:cubicBezTo>
                  <a:pt x="357" y="235"/>
                  <a:pt x="317" y="268"/>
                  <a:pt x="282" y="315"/>
                </a:cubicBezTo>
                <a:cubicBezTo>
                  <a:pt x="247" y="362"/>
                  <a:pt x="219" y="415"/>
                  <a:pt x="192" y="480"/>
                </a:cubicBezTo>
                <a:cubicBezTo>
                  <a:pt x="165" y="545"/>
                  <a:pt x="142" y="618"/>
                  <a:pt x="117" y="705"/>
                </a:cubicBezTo>
                <a:cubicBezTo>
                  <a:pt x="92" y="792"/>
                  <a:pt x="59" y="913"/>
                  <a:pt x="42" y="1005"/>
                </a:cubicBezTo>
                <a:cubicBezTo>
                  <a:pt x="25" y="1097"/>
                  <a:pt x="17" y="1165"/>
                  <a:pt x="12" y="1260"/>
                </a:cubicBezTo>
                <a:cubicBezTo>
                  <a:pt x="7" y="1355"/>
                  <a:pt x="0" y="1443"/>
                  <a:pt x="12" y="1575"/>
                </a:cubicBezTo>
                <a:cubicBezTo>
                  <a:pt x="24" y="1707"/>
                  <a:pt x="55" y="1915"/>
                  <a:pt x="87" y="2055"/>
                </a:cubicBezTo>
                <a:cubicBezTo>
                  <a:pt x="119" y="2195"/>
                  <a:pt x="165" y="2307"/>
                  <a:pt x="207" y="2415"/>
                </a:cubicBezTo>
                <a:cubicBezTo>
                  <a:pt x="249" y="2523"/>
                  <a:pt x="295" y="2623"/>
                  <a:pt x="342" y="2700"/>
                </a:cubicBezTo>
                <a:cubicBezTo>
                  <a:pt x="389" y="2777"/>
                  <a:pt x="452" y="2830"/>
                  <a:pt x="492" y="2880"/>
                </a:cubicBezTo>
                <a:cubicBezTo>
                  <a:pt x="532" y="2930"/>
                  <a:pt x="545" y="2960"/>
                  <a:pt x="582" y="3000"/>
                </a:cubicBezTo>
                <a:cubicBezTo>
                  <a:pt x="619" y="3040"/>
                  <a:pt x="682" y="3090"/>
                  <a:pt x="717" y="3120"/>
                </a:cubicBezTo>
                <a:cubicBezTo>
                  <a:pt x="752" y="3150"/>
                  <a:pt x="772" y="3165"/>
                  <a:pt x="792" y="318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sz="1200"/>
          </a:p>
        </p:txBody>
      </p:sp>
      <p:grpSp>
        <p:nvGrpSpPr>
          <p:cNvPr id="96" name="Grupo 95"/>
          <p:cNvGrpSpPr/>
          <p:nvPr/>
        </p:nvGrpSpPr>
        <p:grpSpPr>
          <a:xfrm>
            <a:off x="3178313" y="2807673"/>
            <a:ext cx="354811" cy="185738"/>
            <a:chOff x="3752845" y="2694385"/>
            <a:chExt cx="354811" cy="185738"/>
          </a:xfrm>
        </p:grpSpPr>
        <p:grpSp>
          <p:nvGrpSpPr>
            <p:cNvPr id="97" name="Group 44"/>
            <p:cNvGrpSpPr>
              <a:grpSpLocks/>
            </p:cNvGrpSpPr>
            <p:nvPr/>
          </p:nvGrpSpPr>
          <p:grpSpPr bwMode="auto">
            <a:xfrm>
              <a:off x="3879056" y="2694385"/>
              <a:ext cx="228600" cy="185738"/>
              <a:chOff x="6795" y="4113"/>
              <a:chExt cx="480" cy="390"/>
            </a:xfrm>
          </p:grpSpPr>
          <p:sp>
            <p:nvSpPr>
              <p:cNvPr id="99" name="Oval 45"/>
              <p:cNvSpPr>
                <a:spLocks noChangeArrowheads="1"/>
              </p:cNvSpPr>
              <p:nvPr/>
            </p:nvSpPr>
            <p:spPr bwMode="auto">
              <a:xfrm>
                <a:off x="6795" y="4113"/>
                <a:ext cx="435" cy="3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00" name="Text Box 46"/>
              <p:cNvSpPr txBox="1">
                <a:spLocks noChangeArrowheads="1"/>
              </p:cNvSpPr>
              <p:nvPr/>
            </p:nvSpPr>
            <p:spPr bwMode="auto">
              <a:xfrm>
                <a:off x="6825" y="4128"/>
                <a:ext cx="45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 dirty="0"/>
                  <a:t>1</a:t>
                </a:r>
              </a:p>
            </p:txBody>
          </p:sp>
        </p:grpSp>
        <p:sp>
          <p:nvSpPr>
            <p:cNvPr id="98" name="AutoShape 50"/>
            <p:cNvSpPr>
              <a:spLocks/>
            </p:cNvSpPr>
            <p:nvPr/>
          </p:nvSpPr>
          <p:spPr bwMode="auto">
            <a:xfrm>
              <a:off x="3752845" y="2728905"/>
              <a:ext cx="66675" cy="142875"/>
            </a:xfrm>
            <a:prstGeom prst="rightBrace">
              <a:avLst>
                <a:gd name="adj1" fmla="val 1785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276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/>
              <a:t>Controle</a:t>
            </a:r>
            <a:endParaRPr lang="pt-BR" dirty="0"/>
          </a:p>
        </p:txBody>
      </p:sp>
      <p:grpSp>
        <p:nvGrpSpPr>
          <p:cNvPr id="101" name="Group 65"/>
          <p:cNvGrpSpPr>
            <a:grpSpLocks/>
          </p:cNvGrpSpPr>
          <p:nvPr/>
        </p:nvGrpSpPr>
        <p:grpSpPr bwMode="auto">
          <a:xfrm>
            <a:off x="6031706" y="1697839"/>
            <a:ext cx="1581151" cy="4864894"/>
            <a:chOff x="7365" y="2552"/>
            <a:chExt cx="2850" cy="10215"/>
          </a:xfrm>
        </p:grpSpPr>
        <p:grpSp>
          <p:nvGrpSpPr>
            <p:cNvPr id="102" name="Group 66"/>
            <p:cNvGrpSpPr>
              <a:grpSpLocks/>
            </p:cNvGrpSpPr>
            <p:nvPr/>
          </p:nvGrpSpPr>
          <p:grpSpPr bwMode="auto">
            <a:xfrm>
              <a:off x="8530" y="2552"/>
              <a:ext cx="555" cy="435"/>
              <a:chOff x="8250" y="4860"/>
              <a:chExt cx="555" cy="435"/>
            </a:xfrm>
          </p:grpSpPr>
          <p:sp>
            <p:nvSpPr>
              <p:cNvPr id="200" name="Oval 67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01" name="Text Box 68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</a:t>
                </a:r>
              </a:p>
            </p:txBody>
          </p:sp>
        </p:grpSp>
        <p:grpSp>
          <p:nvGrpSpPr>
            <p:cNvPr id="103" name="Group 69"/>
            <p:cNvGrpSpPr>
              <a:grpSpLocks/>
            </p:cNvGrpSpPr>
            <p:nvPr/>
          </p:nvGrpSpPr>
          <p:grpSpPr bwMode="auto">
            <a:xfrm>
              <a:off x="8540" y="3304"/>
              <a:ext cx="555" cy="435"/>
              <a:chOff x="8250" y="4860"/>
              <a:chExt cx="555" cy="435"/>
            </a:xfrm>
          </p:grpSpPr>
          <p:sp>
            <p:nvSpPr>
              <p:cNvPr id="198" name="Oval 70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99" name="Text Box 71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2</a:t>
                </a:r>
              </a:p>
            </p:txBody>
          </p:sp>
        </p:grpSp>
        <p:grpSp>
          <p:nvGrpSpPr>
            <p:cNvPr id="104" name="Group 72"/>
            <p:cNvGrpSpPr>
              <a:grpSpLocks/>
            </p:cNvGrpSpPr>
            <p:nvPr/>
          </p:nvGrpSpPr>
          <p:grpSpPr bwMode="auto">
            <a:xfrm>
              <a:off x="8567" y="4056"/>
              <a:ext cx="555" cy="435"/>
              <a:chOff x="8250" y="4860"/>
              <a:chExt cx="555" cy="435"/>
            </a:xfrm>
          </p:grpSpPr>
          <p:sp>
            <p:nvSpPr>
              <p:cNvPr id="196" name="Oval 73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97" name="Text Box 74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3</a:t>
                </a:r>
              </a:p>
            </p:txBody>
          </p:sp>
        </p:grpSp>
        <p:grpSp>
          <p:nvGrpSpPr>
            <p:cNvPr id="105" name="Group 75"/>
            <p:cNvGrpSpPr>
              <a:grpSpLocks/>
            </p:cNvGrpSpPr>
            <p:nvPr/>
          </p:nvGrpSpPr>
          <p:grpSpPr bwMode="auto">
            <a:xfrm>
              <a:off x="8577" y="4808"/>
              <a:ext cx="555" cy="435"/>
              <a:chOff x="8250" y="4860"/>
              <a:chExt cx="555" cy="435"/>
            </a:xfrm>
          </p:grpSpPr>
          <p:sp>
            <p:nvSpPr>
              <p:cNvPr id="194" name="Oval 76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95" name="Text Box 77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4</a:t>
                </a:r>
              </a:p>
            </p:txBody>
          </p:sp>
        </p:grpSp>
        <p:grpSp>
          <p:nvGrpSpPr>
            <p:cNvPr id="106" name="Group 78"/>
            <p:cNvGrpSpPr>
              <a:grpSpLocks/>
            </p:cNvGrpSpPr>
            <p:nvPr/>
          </p:nvGrpSpPr>
          <p:grpSpPr bwMode="auto">
            <a:xfrm>
              <a:off x="8549" y="5561"/>
              <a:ext cx="555" cy="435"/>
              <a:chOff x="8250" y="4860"/>
              <a:chExt cx="555" cy="435"/>
            </a:xfrm>
          </p:grpSpPr>
          <p:sp>
            <p:nvSpPr>
              <p:cNvPr id="192" name="Oval 79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93" name="Text Box 80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5</a:t>
                </a:r>
              </a:p>
            </p:txBody>
          </p:sp>
        </p:grpSp>
        <p:grpSp>
          <p:nvGrpSpPr>
            <p:cNvPr id="107" name="Group 81"/>
            <p:cNvGrpSpPr>
              <a:grpSpLocks/>
            </p:cNvGrpSpPr>
            <p:nvPr/>
          </p:nvGrpSpPr>
          <p:grpSpPr bwMode="auto">
            <a:xfrm>
              <a:off x="8558" y="6313"/>
              <a:ext cx="555" cy="435"/>
              <a:chOff x="8250" y="4860"/>
              <a:chExt cx="555" cy="435"/>
            </a:xfrm>
          </p:grpSpPr>
          <p:sp>
            <p:nvSpPr>
              <p:cNvPr id="190" name="Oval 82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91" name="Text Box 83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6</a:t>
                </a:r>
              </a:p>
            </p:txBody>
          </p:sp>
        </p:grpSp>
        <p:grpSp>
          <p:nvGrpSpPr>
            <p:cNvPr id="108" name="Group 84"/>
            <p:cNvGrpSpPr>
              <a:grpSpLocks/>
            </p:cNvGrpSpPr>
            <p:nvPr/>
          </p:nvGrpSpPr>
          <p:grpSpPr bwMode="auto">
            <a:xfrm>
              <a:off x="8586" y="7047"/>
              <a:ext cx="555" cy="1015"/>
              <a:chOff x="8250" y="4842"/>
              <a:chExt cx="555" cy="1015"/>
            </a:xfrm>
          </p:grpSpPr>
          <p:sp>
            <p:nvSpPr>
              <p:cNvPr id="188" name="Oval 85"/>
              <p:cNvSpPr>
                <a:spLocks noChangeArrowheads="1"/>
              </p:cNvSpPr>
              <p:nvPr/>
            </p:nvSpPr>
            <p:spPr bwMode="auto">
              <a:xfrm>
                <a:off x="8250" y="4842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pt-BR" altLang="pt-BR" sz="750" dirty="0" smtClean="0"/>
                  <a:t>7</a:t>
                </a:r>
                <a:endParaRPr kumimoji="0" lang="pt-BR" altLang="pt-BR" sz="750" dirty="0"/>
              </a:p>
            </p:txBody>
          </p:sp>
          <p:sp>
            <p:nvSpPr>
              <p:cNvPr id="189" name="Text Box 86"/>
              <p:cNvSpPr txBox="1">
                <a:spLocks noChangeArrowheads="1"/>
              </p:cNvSpPr>
              <p:nvPr/>
            </p:nvSpPr>
            <p:spPr bwMode="auto">
              <a:xfrm>
                <a:off x="8310" y="5482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 dirty="0"/>
                  <a:t>7</a:t>
                </a:r>
              </a:p>
            </p:txBody>
          </p:sp>
        </p:grpSp>
        <p:grpSp>
          <p:nvGrpSpPr>
            <p:cNvPr id="109" name="Group 87"/>
            <p:cNvGrpSpPr>
              <a:grpSpLocks/>
            </p:cNvGrpSpPr>
            <p:nvPr/>
          </p:nvGrpSpPr>
          <p:grpSpPr bwMode="auto">
            <a:xfrm>
              <a:off x="8595" y="7818"/>
              <a:ext cx="555" cy="435"/>
              <a:chOff x="8250" y="4860"/>
              <a:chExt cx="555" cy="435"/>
            </a:xfrm>
          </p:grpSpPr>
          <p:sp>
            <p:nvSpPr>
              <p:cNvPr id="186" name="Oval 88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87" name="Text Box 89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8</a:t>
                </a:r>
              </a:p>
            </p:txBody>
          </p:sp>
        </p:grpSp>
        <p:grpSp>
          <p:nvGrpSpPr>
            <p:cNvPr id="110" name="Group 90"/>
            <p:cNvGrpSpPr>
              <a:grpSpLocks/>
            </p:cNvGrpSpPr>
            <p:nvPr/>
          </p:nvGrpSpPr>
          <p:grpSpPr bwMode="auto">
            <a:xfrm>
              <a:off x="8604" y="8570"/>
              <a:ext cx="555" cy="435"/>
              <a:chOff x="8250" y="4860"/>
              <a:chExt cx="555" cy="435"/>
            </a:xfrm>
          </p:grpSpPr>
          <p:sp>
            <p:nvSpPr>
              <p:cNvPr id="184" name="Oval 91"/>
              <p:cNvSpPr>
                <a:spLocks noChangeArrowheads="1"/>
              </p:cNvSpPr>
              <p:nvPr/>
            </p:nvSpPr>
            <p:spPr bwMode="auto">
              <a:xfrm>
                <a:off x="8250" y="486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85" name="Text Box 92"/>
              <p:cNvSpPr txBox="1">
                <a:spLocks noChangeArrowheads="1"/>
              </p:cNvSpPr>
              <p:nvPr/>
            </p:nvSpPr>
            <p:spPr bwMode="auto">
              <a:xfrm>
                <a:off x="8310" y="4890"/>
                <a:ext cx="49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9</a:t>
                </a:r>
              </a:p>
            </p:txBody>
          </p:sp>
        </p:grpSp>
        <p:grpSp>
          <p:nvGrpSpPr>
            <p:cNvPr id="111" name="Group 93"/>
            <p:cNvGrpSpPr>
              <a:grpSpLocks/>
            </p:cNvGrpSpPr>
            <p:nvPr/>
          </p:nvGrpSpPr>
          <p:grpSpPr bwMode="auto">
            <a:xfrm>
              <a:off x="8625" y="9322"/>
              <a:ext cx="570" cy="435"/>
              <a:chOff x="8745" y="11630"/>
              <a:chExt cx="570" cy="435"/>
            </a:xfrm>
          </p:grpSpPr>
          <p:sp>
            <p:nvSpPr>
              <p:cNvPr id="182" name="Oval 94"/>
              <p:cNvSpPr>
                <a:spLocks noChangeArrowheads="1"/>
              </p:cNvSpPr>
              <p:nvPr/>
            </p:nvSpPr>
            <p:spPr bwMode="auto">
              <a:xfrm>
                <a:off x="8752" y="1163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83" name="Text Box 95"/>
              <p:cNvSpPr txBox="1">
                <a:spLocks noChangeArrowheads="1"/>
              </p:cNvSpPr>
              <p:nvPr/>
            </p:nvSpPr>
            <p:spPr bwMode="auto">
              <a:xfrm>
                <a:off x="8745" y="11660"/>
                <a:ext cx="57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10</a:t>
                </a:r>
              </a:p>
            </p:txBody>
          </p:sp>
        </p:grpSp>
        <p:grpSp>
          <p:nvGrpSpPr>
            <p:cNvPr id="112" name="Group 96"/>
            <p:cNvGrpSpPr>
              <a:grpSpLocks/>
            </p:cNvGrpSpPr>
            <p:nvPr/>
          </p:nvGrpSpPr>
          <p:grpSpPr bwMode="auto">
            <a:xfrm>
              <a:off x="8596" y="10075"/>
              <a:ext cx="547" cy="435"/>
              <a:chOff x="8716" y="12383"/>
              <a:chExt cx="547" cy="435"/>
            </a:xfrm>
          </p:grpSpPr>
          <p:sp>
            <p:nvSpPr>
              <p:cNvPr id="180" name="Oval 97"/>
              <p:cNvSpPr>
                <a:spLocks noChangeArrowheads="1"/>
              </p:cNvSpPr>
              <p:nvPr/>
            </p:nvSpPr>
            <p:spPr bwMode="auto">
              <a:xfrm>
                <a:off x="8761" y="12383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81" name="Text Box 98"/>
              <p:cNvSpPr txBox="1">
                <a:spLocks noChangeArrowheads="1"/>
              </p:cNvSpPr>
              <p:nvPr/>
            </p:nvSpPr>
            <p:spPr bwMode="auto">
              <a:xfrm>
                <a:off x="8716" y="12413"/>
                <a:ext cx="547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13</a:t>
                </a:r>
              </a:p>
            </p:txBody>
          </p:sp>
        </p:grpSp>
        <p:grpSp>
          <p:nvGrpSpPr>
            <p:cNvPr id="113" name="Group 99"/>
            <p:cNvGrpSpPr>
              <a:grpSpLocks/>
            </p:cNvGrpSpPr>
            <p:nvPr/>
          </p:nvGrpSpPr>
          <p:grpSpPr bwMode="auto">
            <a:xfrm>
              <a:off x="8591" y="10827"/>
              <a:ext cx="563" cy="435"/>
              <a:chOff x="8711" y="13135"/>
              <a:chExt cx="563" cy="435"/>
            </a:xfrm>
          </p:grpSpPr>
          <p:sp>
            <p:nvSpPr>
              <p:cNvPr id="178" name="Oval 100"/>
              <p:cNvSpPr>
                <a:spLocks noChangeArrowheads="1"/>
              </p:cNvSpPr>
              <p:nvPr/>
            </p:nvSpPr>
            <p:spPr bwMode="auto">
              <a:xfrm>
                <a:off x="8734" y="13135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79" name="Text Box 101"/>
              <p:cNvSpPr txBox="1">
                <a:spLocks noChangeArrowheads="1"/>
              </p:cNvSpPr>
              <p:nvPr/>
            </p:nvSpPr>
            <p:spPr bwMode="auto">
              <a:xfrm>
                <a:off x="8711" y="13165"/>
                <a:ext cx="563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14</a:t>
                </a:r>
              </a:p>
            </p:txBody>
          </p:sp>
        </p:grpSp>
        <p:grpSp>
          <p:nvGrpSpPr>
            <p:cNvPr id="114" name="Group 102"/>
            <p:cNvGrpSpPr>
              <a:grpSpLocks/>
            </p:cNvGrpSpPr>
            <p:nvPr/>
          </p:nvGrpSpPr>
          <p:grpSpPr bwMode="auto">
            <a:xfrm>
              <a:off x="8616" y="11579"/>
              <a:ext cx="570" cy="435"/>
              <a:chOff x="8736" y="13887"/>
              <a:chExt cx="570" cy="435"/>
            </a:xfrm>
          </p:grpSpPr>
          <p:sp>
            <p:nvSpPr>
              <p:cNvPr id="176" name="Oval 103"/>
              <p:cNvSpPr>
                <a:spLocks noChangeArrowheads="1"/>
              </p:cNvSpPr>
              <p:nvPr/>
            </p:nvSpPr>
            <p:spPr bwMode="auto">
              <a:xfrm>
                <a:off x="8743" y="13887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77" name="Text Box 104"/>
              <p:cNvSpPr txBox="1">
                <a:spLocks noChangeArrowheads="1"/>
              </p:cNvSpPr>
              <p:nvPr/>
            </p:nvSpPr>
            <p:spPr bwMode="auto">
              <a:xfrm>
                <a:off x="8736" y="13917"/>
                <a:ext cx="57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17</a:t>
                </a:r>
              </a:p>
            </p:txBody>
          </p:sp>
        </p:grpSp>
        <p:grpSp>
          <p:nvGrpSpPr>
            <p:cNvPr id="115" name="Group 105"/>
            <p:cNvGrpSpPr>
              <a:grpSpLocks/>
            </p:cNvGrpSpPr>
            <p:nvPr/>
          </p:nvGrpSpPr>
          <p:grpSpPr bwMode="auto">
            <a:xfrm>
              <a:off x="8620" y="12332"/>
              <a:ext cx="547" cy="435"/>
              <a:chOff x="8740" y="14640"/>
              <a:chExt cx="547" cy="435"/>
            </a:xfrm>
          </p:grpSpPr>
          <p:sp>
            <p:nvSpPr>
              <p:cNvPr id="174" name="Oval 106"/>
              <p:cNvSpPr>
                <a:spLocks noChangeArrowheads="1"/>
              </p:cNvSpPr>
              <p:nvPr/>
            </p:nvSpPr>
            <p:spPr bwMode="auto">
              <a:xfrm>
                <a:off x="8770" y="1464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75" name="Text Box 107"/>
              <p:cNvSpPr txBox="1">
                <a:spLocks noChangeArrowheads="1"/>
              </p:cNvSpPr>
              <p:nvPr/>
            </p:nvSpPr>
            <p:spPr bwMode="auto">
              <a:xfrm>
                <a:off x="8740" y="14670"/>
                <a:ext cx="547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18</a:t>
                </a:r>
              </a:p>
            </p:txBody>
          </p:sp>
        </p:grpSp>
        <p:sp>
          <p:nvSpPr>
            <p:cNvPr id="116" name="Line 108"/>
            <p:cNvSpPr>
              <a:spLocks noChangeShapeType="1"/>
            </p:cNvSpPr>
            <p:nvPr/>
          </p:nvSpPr>
          <p:spPr bwMode="auto">
            <a:xfrm>
              <a:off x="8765" y="299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17" name="Line 109"/>
            <p:cNvSpPr>
              <a:spLocks noChangeShapeType="1"/>
            </p:cNvSpPr>
            <p:nvPr/>
          </p:nvSpPr>
          <p:spPr bwMode="auto">
            <a:xfrm>
              <a:off x="8780" y="3753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18" name="Line 110"/>
            <p:cNvSpPr>
              <a:spLocks noChangeShapeType="1"/>
            </p:cNvSpPr>
            <p:nvPr/>
          </p:nvSpPr>
          <p:spPr bwMode="auto">
            <a:xfrm>
              <a:off x="8795" y="5260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19" name="Line 111"/>
            <p:cNvSpPr>
              <a:spLocks noChangeShapeType="1"/>
            </p:cNvSpPr>
            <p:nvPr/>
          </p:nvSpPr>
          <p:spPr bwMode="auto">
            <a:xfrm>
              <a:off x="8840" y="7517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>
              <a:off x="8848" y="8259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21" name="Line 113"/>
            <p:cNvSpPr>
              <a:spLocks noChangeShapeType="1"/>
            </p:cNvSpPr>
            <p:nvPr/>
          </p:nvSpPr>
          <p:spPr bwMode="auto">
            <a:xfrm>
              <a:off x="8855" y="9017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22" name="Line 114"/>
            <p:cNvSpPr>
              <a:spLocks noChangeShapeType="1"/>
            </p:cNvSpPr>
            <p:nvPr/>
          </p:nvSpPr>
          <p:spPr bwMode="auto">
            <a:xfrm>
              <a:off x="8878" y="12032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grpSp>
          <p:nvGrpSpPr>
            <p:cNvPr id="123" name="Group 115"/>
            <p:cNvGrpSpPr>
              <a:grpSpLocks/>
            </p:cNvGrpSpPr>
            <p:nvPr/>
          </p:nvGrpSpPr>
          <p:grpSpPr bwMode="auto">
            <a:xfrm>
              <a:off x="7914" y="11244"/>
              <a:ext cx="547" cy="435"/>
              <a:chOff x="8740" y="14640"/>
              <a:chExt cx="547" cy="435"/>
            </a:xfrm>
          </p:grpSpPr>
          <p:sp>
            <p:nvSpPr>
              <p:cNvPr id="172" name="Oval 116"/>
              <p:cNvSpPr>
                <a:spLocks noChangeArrowheads="1"/>
              </p:cNvSpPr>
              <p:nvPr/>
            </p:nvSpPr>
            <p:spPr bwMode="auto">
              <a:xfrm>
                <a:off x="8770" y="1464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73" name="Text Box 117"/>
              <p:cNvSpPr txBox="1">
                <a:spLocks noChangeArrowheads="1"/>
              </p:cNvSpPr>
              <p:nvPr/>
            </p:nvSpPr>
            <p:spPr bwMode="auto">
              <a:xfrm>
                <a:off x="8740" y="14670"/>
                <a:ext cx="547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15</a:t>
                </a:r>
              </a:p>
            </p:txBody>
          </p:sp>
        </p:grpSp>
        <p:grpSp>
          <p:nvGrpSpPr>
            <p:cNvPr id="124" name="Group 118"/>
            <p:cNvGrpSpPr>
              <a:grpSpLocks/>
            </p:cNvGrpSpPr>
            <p:nvPr/>
          </p:nvGrpSpPr>
          <p:grpSpPr bwMode="auto">
            <a:xfrm>
              <a:off x="9213" y="11229"/>
              <a:ext cx="547" cy="435"/>
              <a:chOff x="8740" y="14640"/>
              <a:chExt cx="547" cy="435"/>
            </a:xfrm>
          </p:grpSpPr>
          <p:sp>
            <p:nvSpPr>
              <p:cNvPr id="170" name="Oval 119"/>
              <p:cNvSpPr>
                <a:spLocks noChangeArrowheads="1"/>
              </p:cNvSpPr>
              <p:nvPr/>
            </p:nvSpPr>
            <p:spPr bwMode="auto">
              <a:xfrm>
                <a:off x="8770" y="1464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71" name="Text Box 120"/>
              <p:cNvSpPr txBox="1">
                <a:spLocks noChangeArrowheads="1"/>
              </p:cNvSpPr>
              <p:nvPr/>
            </p:nvSpPr>
            <p:spPr bwMode="auto">
              <a:xfrm>
                <a:off x="8740" y="14670"/>
                <a:ext cx="547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16</a:t>
                </a:r>
              </a:p>
            </p:txBody>
          </p:sp>
        </p:grpSp>
        <p:grpSp>
          <p:nvGrpSpPr>
            <p:cNvPr id="125" name="Group 121"/>
            <p:cNvGrpSpPr>
              <a:grpSpLocks/>
            </p:cNvGrpSpPr>
            <p:nvPr/>
          </p:nvGrpSpPr>
          <p:grpSpPr bwMode="auto">
            <a:xfrm>
              <a:off x="7943" y="9667"/>
              <a:ext cx="570" cy="435"/>
              <a:chOff x="8745" y="11630"/>
              <a:chExt cx="570" cy="435"/>
            </a:xfrm>
          </p:grpSpPr>
          <p:sp>
            <p:nvSpPr>
              <p:cNvPr id="168" name="Oval 122"/>
              <p:cNvSpPr>
                <a:spLocks noChangeArrowheads="1"/>
              </p:cNvSpPr>
              <p:nvPr/>
            </p:nvSpPr>
            <p:spPr bwMode="auto">
              <a:xfrm>
                <a:off x="8752" y="1163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69" name="Text Box 123"/>
              <p:cNvSpPr txBox="1">
                <a:spLocks noChangeArrowheads="1"/>
              </p:cNvSpPr>
              <p:nvPr/>
            </p:nvSpPr>
            <p:spPr bwMode="auto">
              <a:xfrm>
                <a:off x="8745" y="11660"/>
                <a:ext cx="57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11</a:t>
                </a:r>
              </a:p>
            </p:txBody>
          </p:sp>
        </p:grpSp>
        <p:grpSp>
          <p:nvGrpSpPr>
            <p:cNvPr id="126" name="Group 124"/>
            <p:cNvGrpSpPr>
              <a:grpSpLocks/>
            </p:cNvGrpSpPr>
            <p:nvPr/>
          </p:nvGrpSpPr>
          <p:grpSpPr bwMode="auto">
            <a:xfrm>
              <a:off x="9194" y="9689"/>
              <a:ext cx="570" cy="435"/>
              <a:chOff x="8745" y="11630"/>
              <a:chExt cx="570" cy="435"/>
            </a:xfrm>
          </p:grpSpPr>
          <p:sp>
            <p:nvSpPr>
              <p:cNvPr id="166" name="Oval 125"/>
              <p:cNvSpPr>
                <a:spLocks noChangeArrowheads="1"/>
              </p:cNvSpPr>
              <p:nvPr/>
            </p:nvSpPr>
            <p:spPr bwMode="auto">
              <a:xfrm>
                <a:off x="8752" y="11630"/>
                <a:ext cx="495" cy="4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167" name="Text Box 126"/>
              <p:cNvSpPr txBox="1">
                <a:spLocks noChangeArrowheads="1"/>
              </p:cNvSpPr>
              <p:nvPr/>
            </p:nvSpPr>
            <p:spPr bwMode="auto">
              <a:xfrm>
                <a:off x="8745" y="11660"/>
                <a:ext cx="570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750"/>
                  <a:t>12</a:t>
                </a:r>
              </a:p>
            </p:txBody>
          </p:sp>
        </p:grpSp>
        <p:sp>
          <p:nvSpPr>
            <p:cNvPr id="127" name="Line 127"/>
            <p:cNvSpPr>
              <a:spLocks noChangeShapeType="1"/>
            </p:cNvSpPr>
            <p:nvPr/>
          </p:nvSpPr>
          <p:spPr bwMode="auto">
            <a:xfrm flipH="1">
              <a:off x="8423" y="9632"/>
              <a:ext cx="225" cy="1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28" name="Line 128"/>
            <p:cNvSpPr>
              <a:spLocks noChangeShapeType="1"/>
            </p:cNvSpPr>
            <p:nvPr/>
          </p:nvSpPr>
          <p:spPr bwMode="auto">
            <a:xfrm>
              <a:off x="9120" y="9610"/>
              <a:ext cx="165" cy="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29" name="Line 129"/>
            <p:cNvSpPr>
              <a:spLocks noChangeShapeType="1"/>
            </p:cNvSpPr>
            <p:nvPr/>
          </p:nvSpPr>
          <p:spPr bwMode="auto">
            <a:xfrm>
              <a:off x="8385" y="10045"/>
              <a:ext cx="27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0" name="Line 130"/>
            <p:cNvSpPr>
              <a:spLocks noChangeShapeType="1"/>
            </p:cNvSpPr>
            <p:nvPr/>
          </p:nvSpPr>
          <p:spPr bwMode="auto">
            <a:xfrm flipH="1">
              <a:off x="9098" y="10067"/>
              <a:ext cx="180" cy="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1" name="Line 131"/>
            <p:cNvSpPr>
              <a:spLocks noChangeShapeType="1"/>
            </p:cNvSpPr>
            <p:nvPr/>
          </p:nvSpPr>
          <p:spPr bwMode="auto">
            <a:xfrm flipH="1">
              <a:off x="8393" y="11140"/>
              <a:ext cx="232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2" name="Line 132"/>
            <p:cNvSpPr>
              <a:spLocks noChangeShapeType="1"/>
            </p:cNvSpPr>
            <p:nvPr/>
          </p:nvSpPr>
          <p:spPr bwMode="auto">
            <a:xfrm>
              <a:off x="9105" y="11117"/>
              <a:ext cx="210" cy="1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3" name="Line 133"/>
            <p:cNvSpPr>
              <a:spLocks noChangeShapeType="1"/>
            </p:cNvSpPr>
            <p:nvPr/>
          </p:nvSpPr>
          <p:spPr bwMode="auto">
            <a:xfrm>
              <a:off x="8385" y="11605"/>
              <a:ext cx="248" cy="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4" name="Line 134"/>
            <p:cNvSpPr>
              <a:spLocks noChangeShapeType="1"/>
            </p:cNvSpPr>
            <p:nvPr/>
          </p:nvSpPr>
          <p:spPr bwMode="auto">
            <a:xfrm flipH="1">
              <a:off x="9105" y="11605"/>
              <a:ext cx="195" cy="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5" name="Freeform 135"/>
            <p:cNvSpPr>
              <a:spLocks/>
            </p:cNvSpPr>
            <p:nvPr/>
          </p:nvSpPr>
          <p:spPr bwMode="auto">
            <a:xfrm>
              <a:off x="9030" y="3572"/>
              <a:ext cx="142" cy="600"/>
            </a:xfrm>
            <a:custGeom>
              <a:avLst/>
              <a:gdLst>
                <a:gd name="T0" fmla="*/ 0 w 150"/>
                <a:gd name="T1" fmla="*/ 579 h 622"/>
                <a:gd name="T2" fmla="*/ 109 w 150"/>
                <a:gd name="T3" fmla="*/ 419 h 622"/>
                <a:gd name="T4" fmla="*/ 133 w 150"/>
                <a:gd name="T5" fmla="*/ 208 h 622"/>
                <a:gd name="T6" fmla="*/ 102 w 150"/>
                <a:gd name="T7" fmla="*/ 102 h 622"/>
                <a:gd name="T8" fmla="*/ 14 w 150"/>
                <a:gd name="T9" fmla="*/ 0 h 6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622"/>
                <a:gd name="T17" fmla="*/ 150 w 150"/>
                <a:gd name="T18" fmla="*/ 622 h 6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622">
                  <a:moveTo>
                    <a:pt x="0" y="622"/>
                  </a:moveTo>
                  <a:cubicBezTo>
                    <a:pt x="20" y="593"/>
                    <a:pt x="96" y="516"/>
                    <a:pt x="121" y="450"/>
                  </a:cubicBezTo>
                  <a:cubicBezTo>
                    <a:pt x="146" y="384"/>
                    <a:pt x="150" y="281"/>
                    <a:pt x="149" y="224"/>
                  </a:cubicBezTo>
                  <a:cubicBezTo>
                    <a:pt x="148" y="167"/>
                    <a:pt x="136" y="147"/>
                    <a:pt x="114" y="110"/>
                  </a:cubicBezTo>
                  <a:cubicBezTo>
                    <a:pt x="92" y="73"/>
                    <a:pt x="36" y="23"/>
                    <a:pt x="16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6" name="Freeform 136"/>
            <p:cNvSpPr>
              <a:spLocks/>
            </p:cNvSpPr>
            <p:nvPr/>
          </p:nvSpPr>
          <p:spPr bwMode="auto">
            <a:xfrm>
              <a:off x="8378" y="3617"/>
              <a:ext cx="210" cy="1313"/>
            </a:xfrm>
            <a:custGeom>
              <a:avLst/>
              <a:gdLst>
                <a:gd name="T0" fmla="*/ 165 w 210"/>
                <a:gd name="T1" fmla="*/ 0 h 1313"/>
                <a:gd name="T2" fmla="*/ 105 w 210"/>
                <a:gd name="T3" fmla="*/ 75 h 1313"/>
                <a:gd name="T4" fmla="*/ 52 w 210"/>
                <a:gd name="T5" fmla="*/ 195 h 1313"/>
                <a:gd name="T6" fmla="*/ 22 w 210"/>
                <a:gd name="T7" fmla="*/ 353 h 1313"/>
                <a:gd name="T8" fmla="*/ 7 w 210"/>
                <a:gd name="T9" fmla="*/ 488 h 1313"/>
                <a:gd name="T10" fmla="*/ 0 w 210"/>
                <a:gd name="T11" fmla="*/ 608 h 1313"/>
                <a:gd name="T12" fmla="*/ 7 w 210"/>
                <a:gd name="T13" fmla="*/ 773 h 1313"/>
                <a:gd name="T14" fmla="*/ 22 w 210"/>
                <a:gd name="T15" fmla="*/ 953 h 1313"/>
                <a:gd name="T16" fmla="*/ 67 w 210"/>
                <a:gd name="T17" fmla="*/ 1073 h 1313"/>
                <a:gd name="T18" fmla="*/ 120 w 210"/>
                <a:gd name="T19" fmla="*/ 1185 h 1313"/>
                <a:gd name="T20" fmla="*/ 165 w 210"/>
                <a:gd name="T21" fmla="*/ 1260 h 1313"/>
                <a:gd name="T22" fmla="*/ 210 w 210"/>
                <a:gd name="T23" fmla="*/ 1313 h 13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0"/>
                <a:gd name="T37" fmla="*/ 0 h 1313"/>
                <a:gd name="T38" fmla="*/ 210 w 210"/>
                <a:gd name="T39" fmla="*/ 1313 h 131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0" h="1313">
                  <a:moveTo>
                    <a:pt x="165" y="0"/>
                  </a:moveTo>
                  <a:cubicBezTo>
                    <a:pt x="144" y="21"/>
                    <a:pt x="124" y="43"/>
                    <a:pt x="105" y="75"/>
                  </a:cubicBezTo>
                  <a:cubicBezTo>
                    <a:pt x="86" y="107"/>
                    <a:pt x="66" y="149"/>
                    <a:pt x="52" y="195"/>
                  </a:cubicBezTo>
                  <a:cubicBezTo>
                    <a:pt x="38" y="241"/>
                    <a:pt x="29" y="304"/>
                    <a:pt x="22" y="353"/>
                  </a:cubicBezTo>
                  <a:cubicBezTo>
                    <a:pt x="15" y="402"/>
                    <a:pt x="11" y="446"/>
                    <a:pt x="7" y="488"/>
                  </a:cubicBezTo>
                  <a:cubicBezTo>
                    <a:pt x="3" y="530"/>
                    <a:pt x="0" y="561"/>
                    <a:pt x="0" y="608"/>
                  </a:cubicBezTo>
                  <a:cubicBezTo>
                    <a:pt x="0" y="655"/>
                    <a:pt x="3" y="716"/>
                    <a:pt x="7" y="773"/>
                  </a:cubicBezTo>
                  <a:cubicBezTo>
                    <a:pt x="11" y="830"/>
                    <a:pt x="12" y="903"/>
                    <a:pt x="22" y="953"/>
                  </a:cubicBezTo>
                  <a:cubicBezTo>
                    <a:pt x="32" y="1003"/>
                    <a:pt x="51" y="1034"/>
                    <a:pt x="67" y="1073"/>
                  </a:cubicBezTo>
                  <a:cubicBezTo>
                    <a:pt x="83" y="1112"/>
                    <a:pt x="104" y="1154"/>
                    <a:pt x="120" y="1185"/>
                  </a:cubicBezTo>
                  <a:cubicBezTo>
                    <a:pt x="136" y="1216"/>
                    <a:pt x="150" y="1239"/>
                    <a:pt x="165" y="1260"/>
                  </a:cubicBezTo>
                  <a:cubicBezTo>
                    <a:pt x="180" y="1281"/>
                    <a:pt x="195" y="1297"/>
                    <a:pt x="210" y="13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7" name="Freeform 137"/>
            <p:cNvSpPr>
              <a:spLocks/>
            </p:cNvSpPr>
            <p:nvPr/>
          </p:nvSpPr>
          <p:spPr bwMode="auto">
            <a:xfrm>
              <a:off x="8545" y="5942"/>
              <a:ext cx="126" cy="413"/>
            </a:xfrm>
            <a:custGeom>
              <a:avLst/>
              <a:gdLst>
                <a:gd name="T0" fmla="*/ 73 w 126"/>
                <a:gd name="T1" fmla="*/ 0 h 413"/>
                <a:gd name="T2" fmla="*/ 35 w 126"/>
                <a:gd name="T3" fmla="*/ 45 h 413"/>
                <a:gd name="T4" fmla="*/ 5 w 126"/>
                <a:gd name="T5" fmla="*/ 143 h 413"/>
                <a:gd name="T6" fmla="*/ 5 w 126"/>
                <a:gd name="T7" fmla="*/ 218 h 413"/>
                <a:gd name="T8" fmla="*/ 31 w 126"/>
                <a:gd name="T9" fmla="*/ 286 h 413"/>
                <a:gd name="T10" fmla="*/ 79 w 126"/>
                <a:gd name="T11" fmla="*/ 357 h 413"/>
                <a:gd name="T12" fmla="*/ 126 w 126"/>
                <a:gd name="T13" fmla="*/ 413 h 4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413"/>
                <a:gd name="T23" fmla="*/ 126 w 126"/>
                <a:gd name="T24" fmla="*/ 413 h 4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413">
                  <a:moveTo>
                    <a:pt x="73" y="0"/>
                  </a:moveTo>
                  <a:cubicBezTo>
                    <a:pt x="68" y="8"/>
                    <a:pt x="46" y="21"/>
                    <a:pt x="35" y="45"/>
                  </a:cubicBezTo>
                  <a:cubicBezTo>
                    <a:pt x="24" y="69"/>
                    <a:pt x="10" y="114"/>
                    <a:pt x="5" y="143"/>
                  </a:cubicBezTo>
                  <a:cubicBezTo>
                    <a:pt x="0" y="172"/>
                    <a:pt x="1" y="194"/>
                    <a:pt x="5" y="218"/>
                  </a:cubicBezTo>
                  <a:cubicBezTo>
                    <a:pt x="9" y="242"/>
                    <a:pt x="19" y="263"/>
                    <a:pt x="31" y="286"/>
                  </a:cubicBezTo>
                  <a:cubicBezTo>
                    <a:pt x="43" y="309"/>
                    <a:pt x="63" y="336"/>
                    <a:pt x="79" y="357"/>
                  </a:cubicBezTo>
                  <a:cubicBezTo>
                    <a:pt x="95" y="378"/>
                    <a:pt x="107" y="400"/>
                    <a:pt x="126" y="4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8" name="Freeform 138"/>
            <p:cNvSpPr>
              <a:spLocks/>
            </p:cNvSpPr>
            <p:nvPr/>
          </p:nvSpPr>
          <p:spPr bwMode="auto">
            <a:xfrm flipH="1" flipV="1">
              <a:off x="8920" y="5927"/>
              <a:ext cx="126" cy="413"/>
            </a:xfrm>
            <a:custGeom>
              <a:avLst/>
              <a:gdLst>
                <a:gd name="T0" fmla="*/ 73 w 126"/>
                <a:gd name="T1" fmla="*/ 0 h 413"/>
                <a:gd name="T2" fmla="*/ 35 w 126"/>
                <a:gd name="T3" fmla="*/ 45 h 413"/>
                <a:gd name="T4" fmla="*/ 5 w 126"/>
                <a:gd name="T5" fmla="*/ 143 h 413"/>
                <a:gd name="T6" fmla="*/ 5 w 126"/>
                <a:gd name="T7" fmla="*/ 218 h 413"/>
                <a:gd name="T8" fmla="*/ 31 w 126"/>
                <a:gd name="T9" fmla="*/ 286 h 413"/>
                <a:gd name="T10" fmla="*/ 79 w 126"/>
                <a:gd name="T11" fmla="*/ 357 h 413"/>
                <a:gd name="T12" fmla="*/ 126 w 126"/>
                <a:gd name="T13" fmla="*/ 413 h 4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413"/>
                <a:gd name="T23" fmla="*/ 126 w 126"/>
                <a:gd name="T24" fmla="*/ 413 h 4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413">
                  <a:moveTo>
                    <a:pt x="73" y="0"/>
                  </a:moveTo>
                  <a:cubicBezTo>
                    <a:pt x="68" y="8"/>
                    <a:pt x="46" y="21"/>
                    <a:pt x="35" y="45"/>
                  </a:cubicBezTo>
                  <a:cubicBezTo>
                    <a:pt x="24" y="69"/>
                    <a:pt x="10" y="114"/>
                    <a:pt x="5" y="143"/>
                  </a:cubicBezTo>
                  <a:cubicBezTo>
                    <a:pt x="0" y="172"/>
                    <a:pt x="1" y="194"/>
                    <a:pt x="5" y="218"/>
                  </a:cubicBezTo>
                  <a:cubicBezTo>
                    <a:pt x="9" y="242"/>
                    <a:pt x="19" y="263"/>
                    <a:pt x="31" y="286"/>
                  </a:cubicBezTo>
                  <a:cubicBezTo>
                    <a:pt x="43" y="309"/>
                    <a:pt x="63" y="336"/>
                    <a:pt x="79" y="357"/>
                  </a:cubicBezTo>
                  <a:cubicBezTo>
                    <a:pt x="95" y="378"/>
                    <a:pt x="107" y="400"/>
                    <a:pt x="126" y="4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39" name="Freeform 139"/>
            <p:cNvSpPr>
              <a:spLocks/>
            </p:cNvSpPr>
            <p:nvPr/>
          </p:nvSpPr>
          <p:spPr bwMode="auto">
            <a:xfrm>
              <a:off x="8361" y="5882"/>
              <a:ext cx="235" cy="1313"/>
            </a:xfrm>
            <a:custGeom>
              <a:avLst/>
              <a:gdLst>
                <a:gd name="T0" fmla="*/ 190 w 235"/>
                <a:gd name="T1" fmla="*/ 0 h 1313"/>
                <a:gd name="T2" fmla="*/ 114 w 235"/>
                <a:gd name="T3" fmla="*/ 68 h 1313"/>
                <a:gd name="T4" fmla="*/ 47 w 235"/>
                <a:gd name="T5" fmla="*/ 195 h 1313"/>
                <a:gd name="T6" fmla="*/ 17 w 235"/>
                <a:gd name="T7" fmla="*/ 368 h 1313"/>
                <a:gd name="T8" fmla="*/ 2 w 235"/>
                <a:gd name="T9" fmla="*/ 518 h 1313"/>
                <a:gd name="T10" fmla="*/ 2 w 235"/>
                <a:gd name="T11" fmla="*/ 645 h 1313"/>
                <a:gd name="T12" fmla="*/ 9 w 235"/>
                <a:gd name="T13" fmla="*/ 818 h 1313"/>
                <a:gd name="T14" fmla="*/ 47 w 235"/>
                <a:gd name="T15" fmla="*/ 953 h 1313"/>
                <a:gd name="T16" fmla="*/ 92 w 235"/>
                <a:gd name="T17" fmla="*/ 1073 h 1313"/>
                <a:gd name="T18" fmla="*/ 145 w 235"/>
                <a:gd name="T19" fmla="*/ 1185 h 1313"/>
                <a:gd name="T20" fmla="*/ 190 w 235"/>
                <a:gd name="T21" fmla="*/ 1260 h 1313"/>
                <a:gd name="T22" fmla="*/ 235 w 235"/>
                <a:gd name="T23" fmla="*/ 1313 h 13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35"/>
                <a:gd name="T37" fmla="*/ 0 h 1313"/>
                <a:gd name="T38" fmla="*/ 235 w 235"/>
                <a:gd name="T39" fmla="*/ 1313 h 131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35" h="1313">
                  <a:moveTo>
                    <a:pt x="190" y="0"/>
                  </a:moveTo>
                  <a:cubicBezTo>
                    <a:pt x="177" y="11"/>
                    <a:pt x="138" y="36"/>
                    <a:pt x="114" y="68"/>
                  </a:cubicBezTo>
                  <a:cubicBezTo>
                    <a:pt x="90" y="100"/>
                    <a:pt x="63" y="145"/>
                    <a:pt x="47" y="195"/>
                  </a:cubicBezTo>
                  <a:cubicBezTo>
                    <a:pt x="31" y="245"/>
                    <a:pt x="24" y="314"/>
                    <a:pt x="17" y="368"/>
                  </a:cubicBezTo>
                  <a:cubicBezTo>
                    <a:pt x="10" y="422"/>
                    <a:pt x="4" y="472"/>
                    <a:pt x="2" y="518"/>
                  </a:cubicBezTo>
                  <a:cubicBezTo>
                    <a:pt x="0" y="564"/>
                    <a:pt x="1" y="595"/>
                    <a:pt x="2" y="645"/>
                  </a:cubicBezTo>
                  <a:cubicBezTo>
                    <a:pt x="3" y="695"/>
                    <a:pt x="2" y="767"/>
                    <a:pt x="9" y="818"/>
                  </a:cubicBezTo>
                  <a:cubicBezTo>
                    <a:pt x="16" y="869"/>
                    <a:pt x="33" y="910"/>
                    <a:pt x="47" y="953"/>
                  </a:cubicBezTo>
                  <a:cubicBezTo>
                    <a:pt x="61" y="996"/>
                    <a:pt x="76" y="1034"/>
                    <a:pt x="92" y="1073"/>
                  </a:cubicBezTo>
                  <a:cubicBezTo>
                    <a:pt x="108" y="1112"/>
                    <a:pt x="129" y="1154"/>
                    <a:pt x="145" y="1185"/>
                  </a:cubicBezTo>
                  <a:cubicBezTo>
                    <a:pt x="161" y="1216"/>
                    <a:pt x="175" y="1239"/>
                    <a:pt x="190" y="1260"/>
                  </a:cubicBezTo>
                  <a:cubicBezTo>
                    <a:pt x="205" y="1281"/>
                    <a:pt x="220" y="1297"/>
                    <a:pt x="235" y="13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40" name="Freeform 140"/>
            <p:cNvSpPr>
              <a:spLocks/>
            </p:cNvSpPr>
            <p:nvPr/>
          </p:nvSpPr>
          <p:spPr bwMode="auto">
            <a:xfrm>
              <a:off x="9113" y="8815"/>
              <a:ext cx="716" cy="1590"/>
            </a:xfrm>
            <a:custGeom>
              <a:avLst/>
              <a:gdLst>
                <a:gd name="T0" fmla="*/ 0 w 716"/>
                <a:gd name="T1" fmla="*/ 0 h 1590"/>
                <a:gd name="T2" fmla="*/ 90 w 716"/>
                <a:gd name="T3" fmla="*/ 45 h 1590"/>
                <a:gd name="T4" fmla="*/ 255 w 716"/>
                <a:gd name="T5" fmla="*/ 157 h 1590"/>
                <a:gd name="T6" fmla="*/ 390 w 716"/>
                <a:gd name="T7" fmla="*/ 285 h 1590"/>
                <a:gd name="T8" fmla="*/ 540 w 716"/>
                <a:gd name="T9" fmla="*/ 465 h 1590"/>
                <a:gd name="T10" fmla="*/ 622 w 716"/>
                <a:gd name="T11" fmla="*/ 592 h 1590"/>
                <a:gd name="T12" fmla="*/ 675 w 716"/>
                <a:gd name="T13" fmla="*/ 735 h 1590"/>
                <a:gd name="T14" fmla="*/ 712 w 716"/>
                <a:gd name="T15" fmla="*/ 922 h 1590"/>
                <a:gd name="T16" fmla="*/ 697 w 716"/>
                <a:gd name="T17" fmla="*/ 1170 h 1590"/>
                <a:gd name="T18" fmla="*/ 637 w 716"/>
                <a:gd name="T19" fmla="*/ 1290 h 1590"/>
                <a:gd name="T20" fmla="*/ 510 w 716"/>
                <a:gd name="T21" fmla="*/ 1417 h 1590"/>
                <a:gd name="T22" fmla="*/ 352 w 716"/>
                <a:gd name="T23" fmla="*/ 1500 h 1590"/>
                <a:gd name="T24" fmla="*/ 150 w 716"/>
                <a:gd name="T25" fmla="*/ 1567 h 1590"/>
                <a:gd name="T26" fmla="*/ 0 w 716"/>
                <a:gd name="T27" fmla="*/ 1590 h 15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16"/>
                <a:gd name="T43" fmla="*/ 0 h 1590"/>
                <a:gd name="T44" fmla="*/ 716 w 716"/>
                <a:gd name="T45" fmla="*/ 1590 h 159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16" h="1590">
                  <a:moveTo>
                    <a:pt x="0" y="0"/>
                  </a:moveTo>
                  <a:cubicBezTo>
                    <a:pt x="23" y="9"/>
                    <a:pt x="47" y="19"/>
                    <a:pt x="90" y="45"/>
                  </a:cubicBezTo>
                  <a:cubicBezTo>
                    <a:pt x="133" y="71"/>
                    <a:pt x="205" y="117"/>
                    <a:pt x="255" y="157"/>
                  </a:cubicBezTo>
                  <a:cubicBezTo>
                    <a:pt x="305" y="197"/>
                    <a:pt x="343" y="234"/>
                    <a:pt x="390" y="285"/>
                  </a:cubicBezTo>
                  <a:cubicBezTo>
                    <a:pt x="437" y="336"/>
                    <a:pt x="501" y="414"/>
                    <a:pt x="540" y="465"/>
                  </a:cubicBezTo>
                  <a:cubicBezTo>
                    <a:pt x="579" y="516"/>
                    <a:pt x="599" y="547"/>
                    <a:pt x="622" y="592"/>
                  </a:cubicBezTo>
                  <a:cubicBezTo>
                    <a:pt x="645" y="637"/>
                    <a:pt x="660" y="680"/>
                    <a:pt x="675" y="735"/>
                  </a:cubicBezTo>
                  <a:cubicBezTo>
                    <a:pt x="690" y="790"/>
                    <a:pt x="708" y="850"/>
                    <a:pt x="712" y="922"/>
                  </a:cubicBezTo>
                  <a:cubicBezTo>
                    <a:pt x="716" y="994"/>
                    <a:pt x="709" y="1109"/>
                    <a:pt x="697" y="1170"/>
                  </a:cubicBezTo>
                  <a:cubicBezTo>
                    <a:pt x="685" y="1231"/>
                    <a:pt x="668" y="1249"/>
                    <a:pt x="637" y="1290"/>
                  </a:cubicBezTo>
                  <a:cubicBezTo>
                    <a:pt x="606" y="1331"/>
                    <a:pt x="557" y="1382"/>
                    <a:pt x="510" y="1417"/>
                  </a:cubicBezTo>
                  <a:cubicBezTo>
                    <a:pt x="463" y="1452"/>
                    <a:pt x="412" y="1475"/>
                    <a:pt x="352" y="1500"/>
                  </a:cubicBezTo>
                  <a:cubicBezTo>
                    <a:pt x="292" y="1525"/>
                    <a:pt x="209" y="1552"/>
                    <a:pt x="150" y="1567"/>
                  </a:cubicBezTo>
                  <a:cubicBezTo>
                    <a:pt x="91" y="1582"/>
                    <a:pt x="45" y="1586"/>
                    <a:pt x="0" y="15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41" name="Freeform 141"/>
            <p:cNvSpPr>
              <a:spLocks/>
            </p:cNvSpPr>
            <p:nvPr/>
          </p:nvSpPr>
          <p:spPr bwMode="auto">
            <a:xfrm>
              <a:off x="7809" y="8770"/>
              <a:ext cx="869" cy="2115"/>
            </a:xfrm>
            <a:custGeom>
              <a:avLst/>
              <a:gdLst>
                <a:gd name="T0" fmla="*/ 779 w 869"/>
                <a:gd name="T1" fmla="*/ 0 h 2115"/>
                <a:gd name="T2" fmla="*/ 674 w 869"/>
                <a:gd name="T3" fmla="*/ 37 h 2115"/>
                <a:gd name="T4" fmla="*/ 531 w 869"/>
                <a:gd name="T5" fmla="*/ 120 h 2115"/>
                <a:gd name="T6" fmla="*/ 426 w 869"/>
                <a:gd name="T7" fmla="*/ 202 h 2115"/>
                <a:gd name="T8" fmla="*/ 321 w 869"/>
                <a:gd name="T9" fmla="*/ 300 h 2115"/>
                <a:gd name="T10" fmla="*/ 216 w 869"/>
                <a:gd name="T11" fmla="*/ 420 h 2115"/>
                <a:gd name="T12" fmla="*/ 119 w 869"/>
                <a:gd name="T13" fmla="*/ 562 h 2115"/>
                <a:gd name="T14" fmla="*/ 51 w 869"/>
                <a:gd name="T15" fmla="*/ 727 h 2115"/>
                <a:gd name="T16" fmla="*/ 6 w 869"/>
                <a:gd name="T17" fmla="*/ 960 h 2115"/>
                <a:gd name="T18" fmla="*/ 14 w 869"/>
                <a:gd name="T19" fmla="*/ 1155 h 2115"/>
                <a:gd name="T20" fmla="*/ 66 w 869"/>
                <a:gd name="T21" fmla="*/ 1432 h 2115"/>
                <a:gd name="T22" fmla="*/ 179 w 869"/>
                <a:gd name="T23" fmla="*/ 1597 h 2115"/>
                <a:gd name="T24" fmla="*/ 314 w 869"/>
                <a:gd name="T25" fmla="*/ 1740 h 2115"/>
                <a:gd name="T26" fmla="*/ 486 w 869"/>
                <a:gd name="T27" fmla="*/ 1890 h 2115"/>
                <a:gd name="T28" fmla="*/ 674 w 869"/>
                <a:gd name="T29" fmla="*/ 2017 h 2115"/>
                <a:gd name="T30" fmla="*/ 801 w 869"/>
                <a:gd name="T31" fmla="*/ 2092 h 2115"/>
                <a:gd name="T32" fmla="*/ 869 w 869"/>
                <a:gd name="T33" fmla="*/ 2115 h 21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69"/>
                <a:gd name="T52" fmla="*/ 0 h 2115"/>
                <a:gd name="T53" fmla="*/ 869 w 869"/>
                <a:gd name="T54" fmla="*/ 2115 h 211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69" h="2115">
                  <a:moveTo>
                    <a:pt x="779" y="0"/>
                  </a:moveTo>
                  <a:cubicBezTo>
                    <a:pt x="747" y="8"/>
                    <a:pt x="715" y="17"/>
                    <a:pt x="674" y="37"/>
                  </a:cubicBezTo>
                  <a:cubicBezTo>
                    <a:pt x="633" y="57"/>
                    <a:pt x="572" y="93"/>
                    <a:pt x="531" y="120"/>
                  </a:cubicBezTo>
                  <a:cubicBezTo>
                    <a:pt x="490" y="147"/>
                    <a:pt x="461" y="172"/>
                    <a:pt x="426" y="202"/>
                  </a:cubicBezTo>
                  <a:cubicBezTo>
                    <a:pt x="391" y="232"/>
                    <a:pt x="356" y="264"/>
                    <a:pt x="321" y="300"/>
                  </a:cubicBezTo>
                  <a:cubicBezTo>
                    <a:pt x="286" y="336"/>
                    <a:pt x="250" y="376"/>
                    <a:pt x="216" y="420"/>
                  </a:cubicBezTo>
                  <a:cubicBezTo>
                    <a:pt x="182" y="464"/>
                    <a:pt x="147" y="511"/>
                    <a:pt x="119" y="562"/>
                  </a:cubicBezTo>
                  <a:cubicBezTo>
                    <a:pt x="91" y="613"/>
                    <a:pt x="70" y="661"/>
                    <a:pt x="51" y="727"/>
                  </a:cubicBezTo>
                  <a:cubicBezTo>
                    <a:pt x="32" y="793"/>
                    <a:pt x="12" y="889"/>
                    <a:pt x="6" y="960"/>
                  </a:cubicBezTo>
                  <a:cubicBezTo>
                    <a:pt x="0" y="1031"/>
                    <a:pt x="4" y="1076"/>
                    <a:pt x="14" y="1155"/>
                  </a:cubicBezTo>
                  <a:cubicBezTo>
                    <a:pt x="24" y="1234"/>
                    <a:pt x="39" y="1358"/>
                    <a:pt x="66" y="1432"/>
                  </a:cubicBezTo>
                  <a:cubicBezTo>
                    <a:pt x="93" y="1506"/>
                    <a:pt x="138" y="1546"/>
                    <a:pt x="179" y="1597"/>
                  </a:cubicBezTo>
                  <a:cubicBezTo>
                    <a:pt x="220" y="1648"/>
                    <a:pt x="263" y="1691"/>
                    <a:pt x="314" y="1740"/>
                  </a:cubicBezTo>
                  <a:cubicBezTo>
                    <a:pt x="365" y="1789"/>
                    <a:pt x="426" y="1844"/>
                    <a:pt x="486" y="1890"/>
                  </a:cubicBezTo>
                  <a:cubicBezTo>
                    <a:pt x="546" y="1936"/>
                    <a:pt x="621" y="1983"/>
                    <a:pt x="674" y="2017"/>
                  </a:cubicBezTo>
                  <a:cubicBezTo>
                    <a:pt x="727" y="2051"/>
                    <a:pt x="769" y="2076"/>
                    <a:pt x="801" y="2092"/>
                  </a:cubicBezTo>
                  <a:cubicBezTo>
                    <a:pt x="833" y="2108"/>
                    <a:pt x="859" y="2111"/>
                    <a:pt x="869" y="211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42" name="Freeform 142"/>
            <p:cNvSpPr>
              <a:spLocks/>
            </p:cNvSpPr>
            <p:nvPr/>
          </p:nvSpPr>
          <p:spPr bwMode="auto">
            <a:xfrm>
              <a:off x="7558" y="8072"/>
              <a:ext cx="1062" cy="3892"/>
            </a:xfrm>
            <a:custGeom>
              <a:avLst/>
              <a:gdLst>
                <a:gd name="T0" fmla="*/ 1062 w 1062"/>
                <a:gd name="T1" fmla="*/ 3780 h 3892"/>
                <a:gd name="T2" fmla="*/ 972 w 1062"/>
                <a:gd name="T3" fmla="*/ 3840 h 3892"/>
                <a:gd name="T4" fmla="*/ 842 w 1062"/>
                <a:gd name="T5" fmla="*/ 3880 h 3892"/>
                <a:gd name="T6" fmla="*/ 672 w 1062"/>
                <a:gd name="T7" fmla="*/ 3880 h 3892"/>
                <a:gd name="T8" fmla="*/ 502 w 1062"/>
                <a:gd name="T9" fmla="*/ 3810 h 3892"/>
                <a:gd name="T10" fmla="*/ 332 w 1062"/>
                <a:gd name="T11" fmla="*/ 3680 h 3892"/>
                <a:gd name="T12" fmla="*/ 212 w 1062"/>
                <a:gd name="T13" fmla="*/ 3540 h 3892"/>
                <a:gd name="T14" fmla="*/ 132 w 1062"/>
                <a:gd name="T15" fmla="*/ 3340 h 3892"/>
                <a:gd name="T16" fmla="*/ 62 w 1062"/>
                <a:gd name="T17" fmla="*/ 3050 h 3892"/>
                <a:gd name="T18" fmla="*/ 22 w 1062"/>
                <a:gd name="T19" fmla="*/ 2720 h 3892"/>
                <a:gd name="T20" fmla="*/ 2 w 1062"/>
                <a:gd name="T21" fmla="*/ 2480 h 3892"/>
                <a:gd name="T22" fmla="*/ 12 w 1062"/>
                <a:gd name="T23" fmla="*/ 2110 h 3892"/>
                <a:gd name="T24" fmla="*/ 42 w 1062"/>
                <a:gd name="T25" fmla="*/ 1780 h 3892"/>
                <a:gd name="T26" fmla="*/ 102 w 1062"/>
                <a:gd name="T27" fmla="*/ 1480 h 3892"/>
                <a:gd name="T28" fmla="*/ 182 w 1062"/>
                <a:gd name="T29" fmla="*/ 1110 h 3892"/>
                <a:gd name="T30" fmla="*/ 312 w 1062"/>
                <a:gd name="T31" fmla="*/ 730 h 3892"/>
                <a:gd name="T32" fmla="*/ 442 w 1062"/>
                <a:gd name="T33" fmla="*/ 440 h 3892"/>
                <a:gd name="T34" fmla="*/ 592 w 1062"/>
                <a:gd name="T35" fmla="*/ 260 h 3892"/>
                <a:gd name="T36" fmla="*/ 752 w 1062"/>
                <a:gd name="T37" fmla="*/ 120 h 3892"/>
                <a:gd name="T38" fmla="*/ 932 w 1062"/>
                <a:gd name="T39" fmla="*/ 40 h 3892"/>
                <a:gd name="T40" fmla="*/ 1042 w 1062"/>
                <a:gd name="T41" fmla="*/ 0 h 38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062"/>
                <a:gd name="T64" fmla="*/ 0 h 3892"/>
                <a:gd name="T65" fmla="*/ 1062 w 1062"/>
                <a:gd name="T66" fmla="*/ 3892 h 389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062" h="3892">
                  <a:moveTo>
                    <a:pt x="1062" y="3780"/>
                  </a:moveTo>
                  <a:cubicBezTo>
                    <a:pt x="1035" y="3801"/>
                    <a:pt x="1009" y="3823"/>
                    <a:pt x="972" y="3840"/>
                  </a:cubicBezTo>
                  <a:cubicBezTo>
                    <a:pt x="935" y="3857"/>
                    <a:pt x="892" y="3873"/>
                    <a:pt x="842" y="3880"/>
                  </a:cubicBezTo>
                  <a:cubicBezTo>
                    <a:pt x="792" y="3887"/>
                    <a:pt x="729" y="3892"/>
                    <a:pt x="672" y="3880"/>
                  </a:cubicBezTo>
                  <a:cubicBezTo>
                    <a:pt x="615" y="3868"/>
                    <a:pt x="559" y="3843"/>
                    <a:pt x="502" y="3810"/>
                  </a:cubicBezTo>
                  <a:cubicBezTo>
                    <a:pt x="445" y="3777"/>
                    <a:pt x="380" y="3725"/>
                    <a:pt x="332" y="3680"/>
                  </a:cubicBezTo>
                  <a:cubicBezTo>
                    <a:pt x="284" y="3635"/>
                    <a:pt x="245" y="3597"/>
                    <a:pt x="212" y="3540"/>
                  </a:cubicBezTo>
                  <a:cubicBezTo>
                    <a:pt x="179" y="3483"/>
                    <a:pt x="157" y="3422"/>
                    <a:pt x="132" y="3340"/>
                  </a:cubicBezTo>
                  <a:cubicBezTo>
                    <a:pt x="107" y="3258"/>
                    <a:pt x="80" y="3153"/>
                    <a:pt x="62" y="3050"/>
                  </a:cubicBezTo>
                  <a:cubicBezTo>
                    <a:pt x="44" y="2947"/>
                    <a:pt x="32" y="2815"/>
                    <a:pt x="22" y="2720"/>
                  </a:cubicBezTo>
                  <a:cubicBezTo>
                    <a:pt x="12" y="2625"/>
                    <a:pt x="4" y="2582"/>
                    <a:pt x="2" y="2480"/>
                  </a:cubicBezTo>
                  <a:cubicBezTo>
                    <a:pt x="0" y="2378"/>
                    <a:pt x="5" y="2227"/>
                    <a:pt x="12" y="2110"/>
                  </a:cubicBezTo>
                  <a:cubicBezTo>
                    <a:pt x="19" y="1993"/>
                    <a:pt x="27" y="1885"/>
                    <a:pt x="42" y="1780"/>
                  </a:cubicBezTo>
                  <a:cubicBezTo>
                    <a:pt x="57" y="1675"/>
                    <a:pt x="79" y="1592"/>
                    <a:pt x="102" y="1480"/>
                  </a:cubicBezTo>
                  <a:cubicBezTo>
                    <a:pt x="125" y="1368"/>
                    <a:pt x="147" y="1235"/>
                    <a:pt x="182" y="1110"/>
                  </a:cubicBezTo>
                  <a:cubicBezTo>
                    <a:pt x="217" y="985"/>
                    <a:pt x="269" y="842"/>
                    <a:pt x="312" y="730"/>
                  </a:cubicBezTo>
                  <a:cubicBezTo>
                    <a:pt x="355" y="618"/>
                    <a:pt x="395" y="518"/>
                    <a:pt x="442" y="440"/>
                  </a:cubicBezTo>
                  <a:cubicBezTo>
                    <a:pt x="489" y="362"/>
                    <a:pt x="540" y="313"/>
                    <a:pt x="592" y="260"/>
                  </a:cubicBezTo>
                  <a:cubicBezTo>
                    <a:pt x="644" y="207"/>
                    <a:pt x="695" y="157"/>
                    <a:pt x="752" y="120"/>
                  </a:cubicBezTo>
                  <a:cubicBezTo>
                    <a:pt x="809" y="83"/>
                    <a:pt x="884" y="60"/>
                    <a:pt x="932" y="40"/>
                  </a:cubicBezTo>
                  <a:cubicBezTo>
                    <a:pt x="980" y="20"/>
                    <a:pt x="1024" y="7"/>
                    <a:pt x="1042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200"/>
            </a:p>
          </p:txBody>
        </p:sp>
        <p:sp>
          <p:nvSpPr>
            <p:cNvPr id="143" name="Text Box 143"/>
            <p:cNvSpPr txBox="1">
              <a:spLocks noChangeArrowheads="1"/>
            </p:cNvSpPr>
            <p:nvPr/>
          </p:nvSpPr>
          <p:spPr bwMode="auto">
            <a:xfrm>
              <a:off x="8700" y="291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a</a:t>
              </a:r>
            </a:p>
          </p:txBody>
        </p:sp>
        <p:sp>
          <p:nvSpPr>
            <p:cNvPr id="144" name="Text Box 144"/>
            <p:cNvSpPr txBox="1">
              <a:spLocks noChangeArrowheads="1"/>
            </p:cNvSpPr>
            <p:nvPr/>
          </p:nvSpPr>
          <p:spPr bwMode="auto">
            <a:xfrm>
              <a:off x="8700" y="367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b</a:t>
              </a:r>
            </a:p>
          </p:txBody>
        </p:sp>
        <p:sp>
          <p:nvSpPr>
            <p:cNvPr id="145" name="Text Box 145"/>
            <p:cNvSpPr txBox="1">
              <a:spLocks noChangeArrowheads="1"/>
            </p:cNvSpPr>
            <p:nvPr/>
          </p:nvSpPr>
          <p:spPr bwMode="auto">
            <a:xfrm>
              <a:off x="9120" y="372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c</a:t>
              </a:r>
            </a:p>
          </p:txBody>
        </p:sp>
        <p:sp>
          <p:nvSpPr>
            <p:cNvPr id="146" name="Text Box 146"/>
            <p:cNvSpPr txBox="1">
              <a:spLocks noChangeArrowheads="1"/>
            </p:cNvSpPr>
            <p:nvPr/>
          </p:nvSpPr>
          <p:spPr bwMode="auto">
            <a:xfrm>
              <a:off x="8040" y="388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d</a:t>
              </a:r>
            </a:p>
          </p:txBody>
        </p:sp>
        <p:sp>
          <p:nvSpPr>
            <p:cNvPr id="147" name="Text Box 147"/>
            <p:cNvSpPr txBox="1">
              <a:spLocks noChangeArrowheads="1"/>
            </p:cNvSpPr>
            <p:nvPr/>
          </p:nvSpPr>
          <p:spPr bwMode="auto">
            <a:xfrm>
              <a:off x="8745" y="517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e</a:t>
              </a:r>
            </a:p>
          </p:txBody>
        </p:sp>
        <p:sp>
          <p:nvSpPr>
            <p:cNvPr id="148" name="Text Box 148"/>
            <p:cNvSpPr txBox="1">
              <a:spLocks noChangeArrowheads="1"/>
            </p:cNvSpPr>
            <p:nvPr/>
          </p:nvSpPr>
          <p:spPr bwMode="auto">
            <a:xfrm>
              <a:off x="8520" y="595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f</a:t>
              </a:r>
            </a:p>
          </p:txBody>
        </p:sp>
        <p:sp>
          <p:nvSpPr>
            <p:cNvPr id="149" name="Text Box 149"/>
            <p:cNvSpPr txBox="1">
              <a:spLocks noChangeArrowheads="1"/>
            </p:cNvSpPr>
            <p:nvPr/>
          </p:nvSpPr>
          <p:spPr bwMode="auto">
            <a:xfrm>
              <a:off x="8955" y="594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g</a:t>
              </a:r>
            </a:p>
          </p:txBody>
        </p:sp>
        <p:sp>
          <p:nvSpPr>
            <p:cNvPr id="150" name="Text Box 150"/>
            <p:cNvSpPr txBox="1">
              <a:spLocks noChangeArrowheads="1"/>
            </p:cNvSpPr>
            <p:nvPr/>
          </p:nvSpPr>
          <p:spPr bwMode="auto">
            <a:xfrm>
              <a:off x="8055" y="631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h</a:t>
              </a:r>
            </a:p>
          </p:txBody>
        </p:sp>
        <p:sp>
          <p:nvSpPr>
            <p:cNvPr id="151" name="Text Box 151"/>
            <p:cNvSpPr txBox="1">
              <a:spLocks noChangeArrowheads="1"/>
            </p:cNvSpPr>
            <p:nvPr/>
          </p:nvSpPr>
          <p:spPr bwMode="auto">
            <a:xfrm>
              <a:off x="8820" y="744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i</a:t>
              </a:r>
            </a:p>
          </p:txBody>
        </p:sp>
        <p:sp>
          <p:nvSpPr>
            <p:cNvPr id="152" name="Text Box 152"/>
            <p:cNvSpPr txBox="1">
              <a:spLocks noChangeArrowheads="1"/>
            </p:cNvSpPr>
            <p:nvPr/>
          </p:nvSpPr>
          <p:spPr bwMode="auto">
            <a:xfrm>
              <a:off x="8820" y="819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j</a:t>
              </a:r>
            </a:p>
          </p:txBody>
        </p:sp>
        <p:sp>
          <p:nvSpPr>
            <p:cNvPr id="153" name="Text Box 153"/>
            <p:cNvSpPr txBox="1">
              <a:spLocks noChangeArrowheads="1"/>
            </p:cNvSpPr>
            <p:nvPr/>
          </p:nvSpPr>
          <p:spPr bwMode="auto">
            <a:xfrm>
              <a:off x="8805" y="895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k</a:t>
              </a:r>
            </a:p>
          </p:txBody>
        </p:sp>
        <p:sp>
          <p:nvSpPr>
            <p:cNvPr id="154" name="Text Box 154"/>
            <p:cNvSpPr txBox="1">
              <a:spLocks noChangeArrowheads="1"/>
            </p:cNvSpPr>
            <p:nvPr/>
          </p:nvSpPr>
          <p:spPr bwMode="auto">
            <a:xfrm>
              <a:off x="8295" y="934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l</a:t>
              </a:r>
            </a:p>
          </p:txBody>
        </p:sp>
        <p:sp>
          <p:nvSpPr>
            <p:cNvPr id="155" name="Text Box 155"/>
            <p:cNvSpPr txBox="1">
              <a:spLocks noChangeArrowheads="1"/>
            </p:cNvSpPr>
            <p:nvPr/>
          </p:nvSpPr>
          <p:spPr bwMode="auto">
            <a:xfrm>
              <a:off x="9105" y="931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m</a:t>
              </a:r>
            </a:p>
          </p:txBody>
        </p:sp>
        <p:sp>
          <p:nvSpPr>
            <p:cNvPr id="156" name="Text Box 156"/>
            <p:cNvSpPr txBox="1">
              <a:spLocks noChangeArrowheads="1"/>
            </p:cNvSpPr>
            <p:nvPr/>
          </p:nvSpPr>
          <p:spPr bwMode="auto">
            <a:xfrm>
              <a:off x="8235" y="1003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n</a:t>
              </a:r>
            </a:p>
          </p:txBody>
        </p:sp>
        <p:sp>
          <p:nvSpPr>
            <p:cNvPr id="157" name="Text Box 157"/>
            <p:cNvSpPr txBox="1">
              <a:spLocks noChangeArrowheads="1"/>
            </p:cNvSpPr>
            <p:nvPr/>
          </p:nvSpPr>
          <p:spPr bwMode="auto">
            <a:xfrm>
              <a:off x="9075" y="1000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o</a:t>
              </a:r>
            </a:p>
          </p:txBody>
        </p:sp>
        <p:sp>
          <p:nvSpPr>
            <p:cNvPr id="158" name="Text Box 158"/>
            <p:cNvSpPr txBox="1">
              <a:spLocks noChangeArrowheads="1"/>
            </p:cNvSpPr>
            <p:nvPr/>
          </p:nvSpPr>
          <p:spPr bwMode="auto">
            <a:xfrm>
              <a:off x="9780" y="928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p</a:t>
              </a:r>
            </a:p>
          </p:txBody>
        </p:sp>
        <p:sp>
          <p:nvSpPr>
            <p:cNvPr id="159" name="Text Box 159"/>
            <p:cNvSpPr txBox="1">
              <a:spLocks noChangeArrowheads="1"/>
            </p:cNvSpPr>
            <p:nvPr/>
          </p:nvSpPr>
          <p:spPr bwMode="auto">
            <a:xfrm>
              <a:off x="7755" y="1033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q</a:t>
              </a:r>
            </a:p>
          </p:txBody>
        </p:sp>
        <p:sp>
          <p:nvSpPr>
            <p:cNvPr id="160" name="Text Box 160"/>
            <p:cNvSpPr txBox="1">
              <a:spLocks noChangeArrowheads="1"/>
            </p:cNvSpPr>
            <p:nvPr/>
          </p:nvSpPr>
          <p:spPr bwMode="auto">
            <a:xfrm>
              <a:off x="7365" y="900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r</a:t>
              </a:r>
            </a:p>
          </p:txBody>
        </p:sp>
        <p:sp>
          <p:nvSpPr>
            <p:cNvPr id="161" name="Text Box 161"/>
            <p:cNvSpPr txBox="1">
              <a:spLocks noChangeArrowheads="1"/>
            </p:cNvSpPr>
            <p:nvPr/>
          </p:nvSpPr>
          <p:spPr bwMode="auto">
            <a:xfrm>
              <a:off x="8250" y="1089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s</a:t>
              </a:r>
            </a:p>
          </p:txBody>
        </p:sp>
        <p:sp>
          <p:nvSpPr>
            <p:cNvPr id="162" name="Text Box 162"/>
            <p:cNvSpPr txBox="1">
              <a:spLocks noChangeArrowheads="1"/>
            </p:cNvSpPr>
            <p:nvPr/>
          </p:nvSpPr>
          <p:spPr bwMode="auto">
            <a:xfrm>
              <a:off x="9075" y="1087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t</a:t>
              </a:r>
            </a:p>
          </p:txBody>
        </p:sp>
        <p:sp>
          <p:nvSpPr>
            <p:cNvPr id="163" name="Text Box 163"/>
            <p:cNvSpPr txBox="1">
              <a:spLocks noChangeArrowheads="1"/>
            </p:cNvSpPr>
            <p:nvPr/>
          </p:nvSpPr>
          <p:spPr bwMode="auto">
            <a:xfrm>
              <a:off x="8220" y="1156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u</a:t>
              </a:r>
            </a:p>
          </p:txBody>
        </p:sp>
        <p:sp>
          <p:nvSpPr>
            <p:cNvPr id="164" name="Text Box 164"/>
            <p:cNvSpPr txBox="1">
              <a:spLocks noChangeArrowheads="1"/>
            </p:cNvSpPr>
            <p:nvPr/>
          </p:nvSpPr>
          <p:spPr bwMode="auto">
            <a:xfrm>
              <a:off x="9135" y="11580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v</a:t>
              </a:r>
            </a:p>
          </p:txBody>
        </p:sp>
        <p:sp>
          <p:nvSpPr>
            <p:cNvPr id="165" name="Text Box 165"/>
            <p:cNvSpPr txBox="1">
              <a:spLocks noChangeArrowheads="1"/>
            </p:cNvSpPr>
            <p:nvPr/>
          </p:nvSpPr>
          <p:spPr bwMode="auto">
            <a:xfrm>
              <a:off x="8820" y="11985"/>
              <a:ext cx="4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/>
                <a:t>w</a:t>
              </a:r>
            </a:p>
          </p:txBody>
        </p:sp>
      </p:grpSp>
      <p:grpSp>
        <p:nvGrpSpPr>
          <p:cNvPr id="202" name="Group 242"/>
          <p:cNvGrpSpPr>
            <a:grpSpLocks/>
          </p:cNvGrpSpPr>
          <p:nvPr/>
        </p:nvGrpSpPr>
        <p:grpSpPr bwMode="auto">
          <a:xfrm>
            <a:off x="1266825" y="1588295"/>
            <a:ext cx="4133850" cy="4593431"/>
            <a:chOff x="104" y="614"/>
            <a:chExt cx="3472" cy="3858"/>
          </a:xfrm>
        </p:grpSpPr>
        <p:sp>
          <p:nvSpPr>
            <p:cNvPr id="203" name="Text Box 202"/>
            <p:cNvSpPr txBox="1">
              <a:spLocks noChangeArrowheads="1"/>
            </p:cNvSpPr>
            <p:nvPr/>
          </p:nvSpPr>
          <p:spPr bwMode="auto">
            <a:xfrm>
              <a:off x="104" y="614"/>
              <a:ext cx="3472" cy="38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   program </a:t>
              </a:r>
              <a:r>
                <a:rPr kumimoji="0" lang="en-US" altLang="pt-BR" sz="750" dirty="0" err="1"/>
                <a:t>exemplo</a:t>
              </a:r>
              <a:r>
                <a:rPr kumimoji="0" lang="en-US" altLang="pt-BR" sz="750" dirty="0"/>
                <a:t>(input, output);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   </a:t>
              </a:r>
              <a:r>
                <a:rPr kumimoji="0" lang="en-US" altLang="pt-BR" sz="750" dirty="0" err="1"/>
                <a:t>var</a:t>
              </a:r>
              <a:r>
                <a:rPr kumimoji="0" lang="en-US" altLang="pt-BR" sz="750" dirty="0"/>
                <a:t>  a: array[1..20] of char;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     x, i: integer;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4     c, </a:t>
              </a:r>
              <a:r>
                <a:rPr kumimoji="0" lang="en-US" altLang="pt-BR" sz="750" dirty="0" err="1"/>
                <a:t>resposta</a:t>
              </a:r>
              <a:r>
                <a:rPr kumimoji="0" lang="en-US" altLang="pt-BR" sz="750" dirty="0"/>
                <a:t>: char;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5     </a:t>
              </a:r>
              <a:r>
                <a:rPr kumimoji="0" lang="en-US" altLang="pt-BR" sz="750" dirty="0" err="1"/>
                <a:t>achou</a:t>
              </a:r>
              <a:r>
                <a:rPr kumimoji="0" lang="en-US" altLang="pt-BR" sz="750" dirty="0"/>
                <a:t>: </a:t>
              </a:r>
              <a:r>
                <a:rPr kumimoji="0" lang="en-US" altLang="pt-BR" sz="750" dirty="0" err="1"/>
                <a:t>boolean</a:t>
              </a:r>
              <a:r>
                <a:rPr kumimoji="0" lang="en-US" altLang="pt-BR" sz="750" dirty="0"/>
                <a:t>;</a:t>
              </a:r>
            </a:p>
            <a:p>
              <a:pPr marL="228600" indent="-228600" algn="just">
                <a:spcBef>
                  <a:spcPct val="0"/>
                </a:spcBef>
                <a:buClrTx/>
                <a:buFontTx/>
                <a:buAutoNum type="arabicPlain" startAt="6"/>
              </a:pPr>
              <a:r>
                <a:rPr kumimoji="0" lang="en-US" altLang="pt-BR" sz="750" dirty="0" smtClean="0"/>
                <a:t>Begin</a:t>
              </a:r>
            </a:p>
            <a:p>
              <a:pPr marL="228600" indent="-228600" algn="just">
                <a:spcBef>
                  <a:spcPct val="0"/>
                </a:spcBef>
                <a:buClrTx/>
                <a:buFontTx/>
                <a:buAutoNum type="arabicPlain" startAt="6"/>
              </a:pPr>
              <a:endParaRPr kumimoji="0" lang="en-US" altLang="pt-BR" sz="750" dirty="0"/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7 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(‘entre com um </a:t>
              </a:r>
              <a:r>
                <a:rPr kumimoji="0" lang="en-US" altLang="pt-BR" sz="750" dirty="0" err="1"/>
                <a:t>inteiro</a:t>
              </a:r>
              <a:r>
                <a:rPr kumimoji="0" lang="en-US" altLang="pt-BR" sz="750" dirty="0"/>
                <a:t> entre 1 e 20’);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8      </a:t>
              </a:r>
              <a:r>
                <a:rPr kumimoji="0" lang="en-US" altLang="pt-BR" sz="750" dirty="0" err="1"/>
                <a:t>readln</a:t>
              </a:r>
              <a:r>
                <a:rPr kumimoji="0" lang="en-US" altLang="pt-BR" sz="750" dirty="0"/>
                <a:t> (x);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9      while (x &lt; 1) or (x &gt; 20) do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10            begin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11            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(‘entre com um </a:t>
              </a:r>
              <a:r>
                <a:rPr kumimoji="0" lang="en-US" altLang="pt-BR" sz="750" dirty="0" err="1"/>
                <a:t>inteiro</a:t>
              </a:r>
              <a:r>
                <a:rPr kumimoji="0" lang="en-US" altLang="pt-BR" sz="750" dirty="0"/>
                <a:t> entre 1 e 20’);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12                 </a:t>
              </a:r>
              <a:r>
                <a:rPr kumimoji="0" lang="en-US" altLang="pt-BR" sz="750" dirty="0" err="1"/>
                <a:t>readln</a:t>
              </a:r>
              <a:r>
                <a:rPr kumimoji="0" lang="en-US" altLang="pt-BR" sz="750" dirty="0"/>
                <a:t> (x)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13            end;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14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</a:t>
              </a:r>
              <a:r>
                <a:rPr kumimoji="0" lang="en-US" altLang="pt-BR" sz="750" dirty="0" err="1"/>
                <a:t>digite</a:t>
              </a:r>
              <a:r>
                <a:rPr kumimoji="0" lang="en-US" altLang="pt-BR" sz="750" dirty="0"/>
                <a:t>’, x, ‘</a:t>
              </a:r>
              <a:r>
                <a:rPr kumimoji="0" lang="en-US" altLang="pt-BR" sz="750" dirty="0" err="1"/>
                <a:t>caracteres</a:t>
              </a:r>
              <a:r>
                <a:rPr kumimoji="0" lang="en-US" altLang="pt-BR" sz="750" dirty="0"/>
                <a:t>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15     for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:= 1 to x do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16	read (a[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]);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17     </a:t>
              </a:r>
              <a:r>
                <a:rPr kumimoji="0" lang="en-US" altLang="pt-BR" sz="750" dirty="0" err="1"/>
                <a:t>readln</a:t>
              </a:r>
              <a:r>
                <a:rPr kumimoji="0" lang="en-US" altLang="pt-BR" sz="750" dirty="0"/>
                <a:t>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18     repeat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19        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</a:t>
              </a:r>
              <a:r>
                <a:rPr kumimoji="0" lang="en-US" altLang="pt-BR" sz="750" dirty="0" err="1"/>
                <a:t>digite</a:t>
              </a:r>
              <a:r>
                <a:rPr kumimoji="0" lang="en-US" altLang="pt-BR" sz="750" dirty="0"/>
                <a:t> o </a:t>
              </a:r>
              <a:r>
                <a:rPr kumimoji="0" lang="en-US" altLang="pt-BR" sz="750" dirty="0" err="1"/>
                <a:t>caracter</a:t>
              </a:r>
              <a:r>
                <a:rPr kumimoji="0" lang="en-US" altLang="pt-BR" sz="750" dirty="0"/>
                <a:t> a </a:t>
              </a:r>
              <a:r>
                <a:rPr kumimoji="0" lang="en-US" altLang="pt-BR" sz="750" dirty="0" err="1"/>
                <a:t>ser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pesquisado</a:t>
              </a:r>
              <a:r>
                <a:rPr kumimoji="0" lang="en-US" altLang="pt-BR" sz="750" dirty="0"/>
                <a:t>: ‘);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20                   </a:t>
              </a:r>
              <a:r>
                <a:rPr kumimoji="0" lang="en-US" altLang="pt-BR" sz="750" dirty="0" err="1"/>
                <a:t>readln</a:t>
              </a:r>
              <a:r>
                <a:rPr kumimoji="0" lang="en-US" altLang="pt-BR" sz="750" dirty="0"/>
                <a:t> (c);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21                   </a:t>
              </a:r>
              <a:r>
                <a:rPr kumimoji="0" lang="en-US" altLang="pt-BR" sz="750" dirty="0" err="1"/>
                <a:t>achou</a:t>
              </a:r>
              <a:r>
                <a:rPr kumimoji="0" lang="en-US" altLang="pt-BR" sz="750" dirty="0"/>
                <a:t> := FALSE;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22                  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:= 1;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23                   while (not(</a:t>
              </a:r>
              <a:r>
                <a:rPr kumimoji="0" lang="en-US" altLang="pt-BR" sz="750" dirty="0" err="1"/>
                <a:t>achou</a:t>
              </a:r>
              <a:r>
                <a:rPr kumimoji="0" lang="en-US" altLang="pt-BR" sz="750" dirty="0"/>
                <a:t>)) and (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&lt;= x) do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24	begin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25	    if a[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] = c then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26	              </a:t>
              </a:r>
              <a:r>
                <a:rPr kumimoji="0" lang="en-US" altLang="pt-BR" sz="750" dirty="0" err="1"/>
                <a:t>achou</a:t>
              </a:r>
              <a:r>
                <a:rPr kumimoji="0" lang="en-US" altLang="pt-BR" sz="750" dirty="0"/>
                <a:t> := TRUE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27	    else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28	             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:=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 + 1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29	end;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30	if </a:t>
              </a:r>
              <a:r>
                <a:rPr kumimoji="0" lang="en-US" altLang="pt-BR" sz="750" dirty="0" err="1"/>
                <a:t>achou</a:t>
              </a:r>
              <a:r>
                <a:rPr kumimoji="0" lang="en-US" altLang="pt-BR" sz="750" dirty="0"/>
                <a:t> then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31	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(‘o </a:t>
              </a:r>
              <a:r>
                <a:rPr kumimoji="0" lang="en-US" altLang="pt-BR" sz="750" dirty="0" err="1"/>
                <a:t>caracter</a:t>
              </a:r>
              <a:r>
                <a:rPr kumimoji="0" lang="en-US" altLang="pt-BR" sz="750" dirty="0"/>
                <a:t> ’, c, ‘ </a:t>
              </a:r>
              <a:r>
                <a:rPr kumimoji="0" lang="en-US" altLang="pt-BR" sz="750" dirty="0" err="1"/>
                <a:t>aparece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na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posicao</a:t>
              </a:r>
              <a:r>
                <a:rPr kumimoji="0" lang="en-US" altLang="pt-BR" sz="750" dirty="0"/>
                <a:t>’, </a:t>
              </a:r>
              <a:r>
                <a:rPr kumimoji="0" lang="en-US" altLang="pt-BR" sz="750" dirty="0" err="1"/>
                <a:t>i</a:t>
              </a:r>
              <a:r>
                <a:rPr kumimoji="0" lang="en-US" altLang="pt-BR" sz="750" dirty="0"/>
                <a:t>)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32	else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33	     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(‘o </a:t>
              </a:r>
              <a:r>
                <a:rPr kumimoji="0" lang="en-US" altLang="pt-BR" sz="750" dirty="0" err="1"/>
                <a:t>caracter</a:t>
              </a:r>
              <a:r>
                <a:rPr kumimoji="0" lang="en-US" altLang="pt-BR" sz="750" dirty="0"/>
                <a:t> ’, c, ‘ </a:t>
              </a:r>
              <a:r>
                <a:rPr kumimoji="0" lang="en-US" altLang="pt-BR" sz="750" dirty="0" err="1"/>
                <a:t>não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ocorre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na</a:t>
              </a:r>
              <a:r>
                <a:rPr kumimoji="0" lang="en-US" altLang="pt-BR" sz="750" dirty="0"/>
                <a:t> string </a:t>
              </a:r>
              <a:r>
                <a:rPr kumimoji="0" lang="en-US" altLang="pt-BR" sz="750" dirty="0" err="1"/>
                <a:t>fornecida</a:t>
              </a:r>
              <a:r>
                <a:rPr kumimoji="0" lang="en-US" altLang="pt-BR" sz="750" dirty="0"/>
                <a:t>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34	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35	</a:t>
              </a:r>
              <a:r>
                <a:rPr kumimoji="0" lang="en-US" altLang="pt-BR" sz="750" dirty="0" err="1"/>
                <a:t>writeln</a:t>
              </a:r>
              <a:r>
                <a:rPr kumimoji="0" lang="en-US" altLang="pt-BR" sz="750" dirty="0"/>
                <a:t> (‘</a:t>
              </a:r>
              <a:r>
                <a:rPr kumimoji="0" lang="en-US" altLang="pt-BR" sz="750" dirty="0" err="1"/>
                <a:t>deseja</a:t>
              </a:r>
              <a:r>
                <a:rPr kumimoji="0" lang="en-US" altLang="pt-BR" sz="750" dirty="0"/>
                <a:t> </a:t>
              </a:r>
              <a:r>
                <a:rPr kumimoji="0" lang="en-US" altLang="pt-BR" sz="750" dirty="0" err="1"/>
                <a:t>fazer</a:t>
              </a:r>
              <a:r>
                <a:rPr kumimoji="0" lang="en-US" altLang="pt-BR" sz="750" dirty="0"/>
                <a:t> a </a:t>
              </a:r>
              <a:r>
                <a:rPr kumimoji="0" lang="en-US" altLang="pt-BR" sz="750" dirty="0" err="1"/>
                <a:t>procura</a:t>
              </a:r>
              <a:r>
                <a:rPr kumimoji="0" lang="en-US" altLang="pt-BR" sz="750" dirty="0"/>
                <a:t> para outro </a:t>
              </a:r>
              <a:r>
                <a:rPr kumimoji="0" lang="en-US" altLang="pt-BR" sz="750" dirty="0" err="1"/>
                <a:t>caracter</a:t>
              </a:r>
              <a:r>
                <a:rPr kumimoji="0" lang="en-US" altLang="pt-BR" sz="750" dirty="0"/>
                <a:t>? [s/n]’);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36	</a:t>
              </a:r>
              <a:r>
                <a:rPr kumimoji="0" lang="en-US" altLang="pt-BR" sz="750" dirty="0" err="1"/>
                <a:t>readln</a:t>
              </a:r>
              <a:r>
                <a:rPr kumimoji="0" lang="en-US" altLang="pt-BR" sz="750" dirty="0"/>
                <a:t> (</a:t>
              </a:r>
              <a:r>
                <a:rPr kumimoji="0" lang="en-US" altLang="pt-BR" sz="750" dirty="0" err="1"/>
                <a:t>resposta</a:t>
              </a:r>
              <a:r>
                <a:rPr kumimoji="0" lang="en-US" altLang="pt-BR" sz="750" dirty="0"/>
                <a:t>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37     until (</a:t>
              </a:r>
              <a:r>
                <a:rPr kumimoji="0" lang="en-US" altLang="pt-BR" sz="750" dirty="0" err="1"/>
                <a:t>resposta</a:t>
              </a:r>
              <a:r>
                <a:rPr kumimoji="0" lang="en-US" altLang="pt-BR" sz="750" dirty="0"/>
                <a:t> = ‘n’) or (</a:t>
              </a:r>
              <a:r>
                <a:rPr kumimoji="0" lang="en-US" altLang="pt-BR" sz="750" dirty="0" err="1"/>
                <a:t>resposta</a:t>
              </a:r>
              <a:r>
                <a:rPr kumimoji="0" lang="en-US" altLang="pt-BR" sz="750" dirty="0"/>
                <a:t> = ‘N’);</a:t>
              </a:r>
            </a:p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750" dirty="0"/>
                <a:t>38   end.</a:t>
              </a:r>
            </a:p>
          </p:txBody>
        </p:sp>
        <p:grpSp>
          <p:nvGrpSpPr>
            <p:cNvPr id="204" name="Group 241"/>
            <p:cNvGrpSpPr>
              <a:grpSpLocks/>
            </p:cNvGrpSpPr>
            <p:nvPr/>
          </p:nvGrpSpPr>
          <p:grpSpPr bwMode="auto">
            <a:xfrm>
              <a:off x="569" y="1137"/>
              <a:ext cx="2808" cy="3180"/>
              <a:chOff x="569" y="1137"/>
              <a:chExt cx="2808" cy="3180"/>
            </a:xfrm>
          </p:grpSpPr>
          <p:sp>
            <p:nvSpPr>
              <p:cNvPr id="205" name="AutoShape 204"/>
              <p:cNvSpPr>
                <a:spLocks/>
              </p:cNvSpPr>
              <p:nvPr/>
            </p:nvSpPr>
            <p:spPr bwMode="auto">
              <a:xfrm>
                <a:off x="1866" y="1137"/>
                <a:ext cx="84" cy="234"/>
              </a:xfrm>
              <a:prstGeom prst="rightBrace">
                <a:avLst>
                  <a:gd name="adj1" fmla="val 23214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06" name="Text Box 205"/>
              <p:cNvSpPr txBox="1">
                <a:spLocks noChangeArrowheads="1"/>
              </p:cNvSpPr>
              <p:nvPr/>
            </p:nvSpPr>
            <p:spPr bwMode="auto">
              <a:xfrm>
                <a:off x="1944" y="1179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</a:t>
                </a:r>
              </a:p>
            </p:txBody>
          </p:sp>
          <p:sp>
            <p:nvSpPr>
              <p:cNvPr id="207" name="AutoShape 206"/>
              <p:cNvSpPr>
                <a:spLocks/>
              </p:cNvSpPr>
              <p:nvPr/>
            </p:nvSpPr>
            <p:spPr bwMode="auto">
              <a:xfrm>
                <a:off x="1282" y="1409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08" name="Text Box 207"/>
              <p:cNvSpPr txBox="1">
                <a:spLocks noChangeArrowheads="1"/>
              </p:cNvSpPr>
              <p:nvPr/>
            </p:nvSpPr>
            <p:spPr bwMode="auto">
              <a:xfrm>
                <a:off x="1332" y="1363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2</a:t>
                </a:r>
              </a:p>
            </p:txBody>
          </p:sp>
          <p:sp>
            <p:nvSpPr>
              <p:cNvPr id="209" name="AutoShape 208"/>
              <p:cNvSpPr>
                <a:spLocks/>
              </p:cNvSpPr>
              <p:nvPr/>
            </p:nvSpPr>
            <p:spPr bwMode="auto">
              <a:xfrm>
                <a:off x="2175" y="1509"/>
                <a:ext cx="47" cy="296"/>
              </a:xfrm>
              <a:prstGeom prst="rightBrace">
                <a:avLst>
                  <a:gd name="adj1" fmla="val 52482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10" name="Text Box 209"/>
              <p:cNvSpPr txBox="1">
                <a:spLocks noChangeArrowheads="1"/>
              </p:cNvSpPr>
              <p:nvPr/>
            </p:nvSpPr>
            <p:spPr bwMode="auto">
              <a:xfrm>
                <a:off x="2238" y="1567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3</a:t>
                </a:r>
              </a:p>
            </p:txBody>
          </p:sp>
          <p:sp>
            <p:nvSpPr>
              <p:cNvPr id="211" name="AutoShape 210"/>
              <p:cNvSpPr>
                <a:spLocks/>
              </p:cNvSpPr>
              <p:nvPr/>
            </p:nvSpPr>
            <p:spPr bwMode="auto">
              <a:xfrm>
                <a:off x="1470" y="1887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12" name="Text Box 211"/>
              <p:cNvSpPr txBox="1">
                <a:spLocks noChangeArrowheads="1"/>
              </p:cNvSpPr>
              <p:nvPr/>
            </p:nvSpPr>
            <p:spPr bwMode="auto">
              <a:xfrm>
                <a:off x="1512" y="1869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4</a:t>
                </a:r>
              </a:p>
            </p:txBody>
          </p:sp>
          <p:sp>
            <p:nvSpPr>
              <p:cNvPr id="213" name="AutoShape 212"/>
              <p:cNvSpPr>
                <a:spLocks/>
              </p:cNvSpPr>
              <p:nvPr/>
            </p:nvSpPr>
            <p:spPr bwMode="auto">
              <a:xfrm>
                <a:off x="1158" y="1993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14" name="Text Box 213"/>
              <p:cNvSpPr txBox="1">
                <a:spLocks noChangeArrowheads="1"/>
              </p:cNvSpPr>
              <p:nvPr/>
            </p:nvSpPr>
            <p:spPr bwMode="auto">
              <a:xfrm>
                <a:off x="1188" y="1969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5</a:t>
                </a:r>
              </a:p>
            </p:txBody>
          </p:sp>
          <p:sp>
            <p:nvSpPr>
              <p:cNvPr id="215" name="AutoShape 214"/>
              <p:cNvSpPr>
                <a:spLocks/>
              </p:cNvSpPr>
              <p:nvPr/>
            </p:nvSpPr>
            <p:spPr bwMode="auto">
              <a:xfrm>
                <a:off x="1160" y="2107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16" name="Text Box 215"/>
              <p:cNvSpPr txBox="1">
                <a:spLocks noChangeArrowheads="1"/>
              </p:cNvSpPr>
              <p:nvPr/>
            </p:nvSpPr>
            <p:spPr bwMode="auto">
              <a:xfrm>
                <a:off x="1196" y="2083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6</a:t>
                </a:r>
              </a:p>
            </p:txBody>
          </p:sp>
          <p:sp>
            <p:nvSpPr>
              <p:cNvPr id="217" name="AutoShape 216"/>
              <p:cNvSpPr>
                <a:spLocks/>
              </p:cNvSpPr>
              <p:nvPr/>
            </p:nvSpPr>
            <p:spPr bwMode="auto">
              <a:xfrm>
                <a:off x="662" y="2183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18" name="Text Box 217"/>
              <p:cNvSpPr txBox="1">
                <a:spLocks noChangeArrowheads="1"/>
              </p:cNvSpPr>
              <p:nvPr/>
            </p:nvSpPr>
            <p:spPr bwMode="auto">
              <a:xfrm>
                <a:off x="704" y="2165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7</a:t>
                </a:r>
              </a:p>
            </p:txBody>
          </p:sp>
          <p:sp>
            <p:nvSpPr>
              <p:cNvPr id="219" name="AutoShape 218"/>
              <p:cNvSpPr>
                <a:spLocks/>
              </p:cNvSpPr>
              <p:nvPr/>
            </p:nvSpPr>
            <p:spPr bwMode="auto">
              <a:xfrm>
                <a:off x="2160" y="2245"/>
                <a:ext cx="56" cy="462"/>
              </a:xfrm>
              <a:prstGeom prst="rightBrace">
                <a:avLst>
                  <a:gd name="adj1" fmla="val 6875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20" name="Text Box 219"/>
              <p:cNvSpPr txBox="1">
                <a:spLocks noChangeArrowheads="1"/>
              </p:cNvSpPr>
              <p:nvPr/>
            </p:nvSpPr>
            <p:spPr bwMode="auto">
              <a:xfrm>
                <a:off x="2208" y="2401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8</a:t>
                </a:r>
              </a:p>
            </p:txBody>
          </p:sp>
          <p:sp>
            <p:nvSpPr>
              <p:cNvPr id="221" name="AutoShape 220"/>
              <p:cNvSpPr>
                <a:spLocks/>
              </p:cNvSpPr>
              <p:nvPr/>
            </p:nvSpPr>
            <p:spPr bwMode="auto">
              <a:xfrm>
                <a:off x="1921" y="2760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22" name="Text Box 221"/>
              <p:cNvSpPr txBox="1">
                <a:spLocks noChangeArrowheads="1"/>
              </p:cNvSpPr>
              <p:nvPr/>
            </p:nvSpPr>
            <p:spPr bwMode="auto">
              <a:xfrm>
                <a:off x="1910" y="2742"/>
                <a:ext cx="20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9</a:t>
                </a:r>
              </a:p>
            </p:txBody>
          </p:sp>
          <p:sp>
            <p:nvSpPr>
              <p:cNvPr id="223" name="AutoShape 222"/>
              <p:cNvSpPr>
                <a:spLocks/>
              </p:cNvSpPr>
              <p:nvPr/>
            </p:nvSpPr>
            <p:spPr bwMode="auto">
              <a:xfrm>
                <a:off x="1709" y="2868"/>
                <a:ext cx="56" cy="168"/>
              </a:xfrm>
              <a:prstGeom prst="righ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24" name="Text Box 223"/>
              <p:cNvSpPr txBox="1">
                <a:spLocks noChangeArrowheads="1"/>
              </p:cNvSpPr>
              <p:nvPr/>
            </p:nvSpPr>
            <p:spPr bwMode="auto">
              <a:xfrm>
                <a:off x="1745" y="2892"/>
                <a:ext cx="23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 dirty="0"/>
                  <a:t>10</a:t>
                </a:r>
              </a:p>
            </p:txBody>
          </p:sp>
          <p:sp>
            <p:nvSpPr>
              <p:cNvPr id="225" name="AutoShape 224"/>
              <p:cNvSpPr>
                <a:spLocks/>
              </p:cNvSpPr>
              <p:nvPr/>
            </p:nvSpPr>
            <p:spPr bwMode="auto">
              <a:xfrm>
                <a:off x="1839" y="3044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26" name="Text Box 225"/>
              <p:cNvSpPr txBox="1">
                <a:spLocks noChangeArrowheads="1"/>
              </p:cNvSpPr>
              <p:nvPr/>
            </p:nvSpPr>
            <p:spPr bwMode="auto">
              <a:xfrm>
                <a:off x="1887" y="3020"/>
                <a:ext cx="22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11</a:t>
                </a:r>
              </a:p>
            </p:txBody>
          </p:sp>
          <p:sp>
            <p:nvSpPr>
              <p:cNvPr id="227" name="AutoShape 226"/>
              <p:cNvSpPr>
                <a:spLocks/>
              </p:cNvSpPr>
              <p:nvPr/>
            </p:nvSpPr>
            <p:spPr bwMode="auto">
              <a:xfrm>
                <a:off x="1583" y="3168"/>
                <a:ext cx="56" cy="168"/>
              </a:xfrm>
              <a:prstGeom prst="righ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28" name="Text Box 227"/>
              <p:cNvSpPr txBox="1">
                <a:spLocks noChangeArrowheads="1"/>
              </p:cNvSpPr>
              <p:nvPr/>
            </p:nvSpPr>
            <p:spPr bwMode="auto">
              <a:xfrm>
                <a:off x="1643" y="3180"/>
                <a:ext cx="252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 dirty="0"/>
                  <a:t>12</a:t>
                </a:r>
              </a:p>
            </p:txBody>
          </p:sp>
          <p:sp>
            <p:nvSpPr>
              <p:cNvPr id="229" name="AutoShape 228"/>
              <p:cNvSpPr>
                <a:spLocks/>
              </p:cNvSpPr>
              <p:nvPr/>
            </p:nvSpPr>
            <p:spPr bwMode="auto">
              <a:xfrm>
                <a:off x="1191" y="3334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30" name="Text Box 229"/>
              <p:cNvSpPr txBox="1">
                <a:spLocks noChangeArrowheads="1"/>
              </p:cNvSpPr>
              <p:nvPr/>
            </p:nvSpPr>
            <p:spPr bwMode="auto">
              <a:xfrm>
                <a:off x="1239" y="3322"/>
                <a:ext cx="28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13</a:t>
                </a:r>
              </a:p>
            </p:txBody>
          </p:sp>
          <p:sp>
            <p:nvSpPr>
              <p:cNvPr id="231" name="AutoShape 230"/>
              <p:cNvSpPr>
                <a:spLocks/>
              </p:cNvSpPr>
              <p:nvPr/>
            </p:nvSpPr>
            <p:spPr bwMode="auto">
              <a:xfrm>
                <a:off x="1470" y="3430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32" name="Text Box 231"/>
              <p:cNvSpPr txBox="1">
                <a:spLocks noChangeArrowheads="1"/>
              </p:cNvSpPr>
              <p:nvPr/>
            </p:nvSpPr>
            <p:spPr bwMode="auto">
              <a:xfrm>
                <a:off x="1489" y="3406"/>
                <a:ext cx="265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14</a:t>
                </a:r>
              </a:p>
            </p:txBody>
          </p:sp>
          <p:grpSp>
            <p:nvGrpSpPr>
              <p:cNvPr id="233" name="Group 234"/>
              <p:cNvGrpSpPr>
                <a:grpSpLocks/>
              </p:cNvGrpSpPr>
              <p:nvPr/>
            </p:nvGrpSpPr>
            <p:grpSpPr bwMode="auto">
              <a:xfrm>
                <a:off x="2771" y="3500"/>
                <a:ext cx="319" cy="132"/>
                <a:chOff x="2739" y="3500"/>
                <a:chExt cx="319" cy="132"/>
              </a:xfrm>
            </p:grpSpPr>
            <p:sp>
              <p:nvSpPr>
                <p:cNvPr id="240" name="AutoShape 232"/>
                <p:cNvSpPr>
                  <a:spLocks/>
                </p:cNvSpPr>
                <p:nvPr/>
              </p:nvSpPr>
              <p:spPr bwMode="auto">
                <a:xfrm>
                  <a:off x="2739" y="3524"/>
                  <a:ext cx="56" cy="102"/>
                </a:xfrm>
                <a:prstGeom prst="rightBrace">
                  <a:avLst>
                    <a:gd name="adj1" fmla="val 15179"/>
                    <a:gd name="adj2" fmla="val 50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z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y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x"/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kumimoji="1"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pt-BR" altLang="pt-BR" sz="1200"/>
                </a:p>
              </p:txBody>
            </p:sp>
            <p:sp>
              <p:nvSpPr>
                <p:cNvPr id="241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2769" y="3500"/>
                  <a:ext cx="289" cy="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z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y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  <a:buChar char="x"/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kumimoji="1"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pt-BR" sz="600"/>
                    <a:t>15</a:t>
                  </a:r>
                </a:p>
              </p:txBody>
            </p:sp>
          </p:grpSp>
          <p:sp>
            <p:nvSpPr>
              <p:cNvPr id="234" name="AutoShape 235"/>
              <p:cNvSpPr>
                <a:spLocks/>
              </p:cNvSpPr>
              <p:nvPr/>
            </p:nvSpPr>
            <p:spPr bwMode="auto">
              <a:xfrm>
                <a:off x="3026" y="3680"/>
                <a:ext cx="56" cy="168"/>
              </a:xfrm>
              <a:prstGeom prst="righ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35" name="Text Box 236"/>
              <p:cNvSpPr txBox="1">
                <a:spLocks noChangeArrowheads="1"/>
              </p:cNvSpPr>
              <p:nvPr/>
            </p:nvSpPr>
            <p:spPr bwMode="auto">
              <a:xfrm>
                <a:off x="3068" y="3698"/>
                <a:ext cx="264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16</a:t>
                </a:r>
              </a:p>
            </p:txBody>
          </p:sp>
          <p:sp>
            <p:nvSpPr>
              <p:cNvPr id="236" name="AutoShape 237"/>
              <p:cNvSpPr>
                <a:spLocks/>
              </p:cNvSpPr>
              <p:nvPr/>
            </p:nvSpPr>
            <p:spPr bwMode="auto">
              <a:xfrm>
                <a:off x="3016" y="3874"/>
                <a:ext cx="48" cy="278"/>
              </a:xfrm>
              <a:prstGeom prst="rightBrace">
                <a:avLst>
                  <a:gd name="adj1" fmla="val 48264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37" name="Text Box 238"/>
              <p:cNvSpPr txBox="1">
                <a:spLocks noChangeArrowheads="1"/>
              </p:cNvSpPr>
              <p:nvPr/>
            </p:nvSpPr>
            <p:spPr bwMode="auto">
              <a:xfrm>
                <a:off x="3068" y="3942"/>
                <a:ext cx="309" cy="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/>
                  <a:t>17</a:t>
                </a:r>
              </a:p>
            </p:txBody>
          </p:sp>
          <p:sp>
            <p:nvSpPr>
              <p:cNvPr id="238" name="AutoShape 239"/>
              <p:cNvSpPr>
                <a:spLocks/>
              </p:cNvSpPr>
              <p:nvPr/>
            </p:nvSpPr>
            <p:spPr bwMode="auto">
              <a:xfrm>
                <a:off x="569" y="4206"/>
                <a:ext cx="56" cy="102"/>
              </a:xfrm>
              <a:prstGeom prst="rightBrace">
                <a:avLst>
                  <a:gd name="adj1" fmla="val 15179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pt-BR" altLang="pt-BR" sz="1200"/>
              </a:p>
            </p:txBody>
          </p:sp>
          <p:sp>
            <p:nvSpPr>
              <p:cNvPr id="239" name="Text Box 240"/>
              <p:cNvSpPr txBox="1">
                <a:spLocks noChangeArrowheads="1"/>
              </p:cNvSpPr>
              <p:nvPr/>
            </p:nvSpPr>
            <p:spPr bwMode="auto">
              <a:xfrm>
                <a:off x="641" y="4182"/>
                <a:ext cx="26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pt-BR" sz="600" dirty="0"/>
                  <a:t>18</a:t>
                </a:r>
              </a:p>
            </p:txBody>
          </p:sp>
        </p:grpSp>
      </p:grpSp>
      <p:sp>
        <p:nvSpPr>
          <p:cNvPr id="242" name="Text Box 244"/>
          <p:cNvSpPr txBox="1">
            <a:spLocks noChangeArrowheads="1"/>
          </p:cNvSpPr>
          <p:nvPr/>
        </p:nvSpPr>
        <p:spPr bwMode="auto">
          <a:xfrm>
            <a:off x="5219700" y="2143126"/>
            <a:ext cx="1228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kumimoji="0" lang="en-US" altLang="pt-BR" sz="1200" b="1"/>
              <a:t>Grafo de fluxo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0" lang="en-US" altLang="pt-BR" sz="1200" b="1"/>
              <a:t>de controle</a:t>
            </a:r>
            <a:endParaRPr kumimoji="0" lang="en-US" altLang="pt-BR" sz="1200"/>
          </a:p>
        </p:txBody>
      </p:sp>
      <p:sp>
        <p:nvSpPr>
          <p:cNvPr id="243" name="Text Box 245"/>
          <p:cNvSpPr txBox="1">
            <a:spLocks noChangeArrowheads="1"/>
          </p:cNvSpPr>
          <p:nvPr/>
        </p:nvSpPr>
        <p:spPr bwMode="auto">
          <a:xfrm>
            <a:off x="3162300" y="1657351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pt-BR" sz="1200" b="1" dirty="0" err="1"/>
              <a:t>Programa</a:t>
            </a:r>
            <a:r>
              <a:rPr kumimoji="0" lang="en-US" altLang="pt-BR" sz="1200" b="1" dirty="0"/>
              <a:t> com </a:t>
            </a:r>
            <a:r>
              <a:rPr kumimoji="0" lang="en-US" altLang="pt-BR" sz="1200" b="1" dirty="0" err="1"/>
              <a:t>blocos</a:t>
            </a:r>
            <a:r>
              <a:rPr kumimoji="0" lang="en-US" altLang="pt-BR" sz="1200" b="1" dirty="0"/>
              <a:t> </a:t>
            </a:r>
            <a:r>
              <a:rPr kumimoji="0" lang="en-US" altLang="pt-BR" sz="1200" b="1" dirty="0" err="1" smtClean="0"/>
              <a:t>marcados</a:t>
            </a:r>
            <a:endParaRPr kumimoji="0" lang="en-US" altLang="pt-BR" sz="1200" b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36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109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 smtClean="0"/>
              <a:t>Controle</a:t>
            </a:r>
            <a:r>
              <a:rPr lang="en-US" altLang="pt-BR" dirty="0" smtClean="0"/>
              <a:t> - </a:t>
            </a:r>
            <a:r>
              <a:rPr lang="en-US" altLang="pt-BR" dirty="0" err="1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Considerando o seguinte código e as entradas necessárias, faça o Grafo de Fluxo de Controle.</a:t>
            </a:r>
          </a:p>
        </p:txBody>
      </p:sp>
      <p:graphicFrame>
        <p:nvGraphicFramePr>
          <p:cNvPr id="101" name="Objeto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062567"/>
              </p:ext>
            </p:extLst>
          </p:nvPr>
        </p:nvGraphicFramePr>
        <p:xfrm>
          <a:off x="1449732" y="2528048"/>
          <a:ext cx="3973324" cy="406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Imagem de Bitmap" r:id="rId4" imgW="2400635" imgH="2457143" progId="Paint.Picture">
                  <p:embed/>
                </p:oleObj>
              </mc:Choice>
              <mc:Fallback>
                <p:oleObj name="Imagem de Bitmap" r:id="rId4" imgW="2400635" imgH="24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732" y="2528048"/>
                        <a:ext cx="3973324" cy="406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4514716" y="3119545"/>
            <a:ext cx="535279" cy="326412"/>
            <a:chOff x="4514716" y="3119545"/>
            <a:chExt cx="535279" cy="326412"/>
          </a:xfrm>
        </p:grpSpPr>
        <p:sp>
          <p:nvSpPr>
            <p:cNvPr id="103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04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1</a:t>
              </a:r>
              <a:endParaRPr kumimoji="0" lang="pt-BR" altLang="pt-BR" sz="1200" dirty="0"/>
            </a:p>
          </p:txBody>
        </p:sp>
      </p:grpSp>
      <p:sp>
        <p:nvSpPr>
          <p:cNvPr id="105" name="Oval 12"/>
          <p:cNvSpPr>
            <a:spLocks noChangeArrowheads="1"/>
          </p:cNvSpPr>
          <p:nvPr/>
        </p:nvSpPr>
        <p:spPr bwMode="auto">
          <a:xfrm>
            <a:off x="7295515" y="224351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1</a:t>
            </a:r>
            <a:endParaRPr kumimoji="0" lang="pt-BR" altLang="pt-BR" sz="1200" dirty="0"/>
          </a:p>
        </p:txBody>
      </p:sp>
      <p:grpSp>
        <p:nvGrpSpPr>
          <p:cNvPr id="106" name="Grupo 105"/>
          <p:cNvGrpSpPr/>
          <p:nvPr/>
        </p:nvGrpSpPr>
        <p:grpSpPr>
          <a:xfrm>
            <a:off x="3489477" y="3410495"/>
            <a:ext cx="535279" cy="326412"/>
            <a:chOff x="4514716" y="3119545"/>
            <a:chExt cx="535279" cy="326412"/>
          </a:xfrm>
        </p:grpSpPr>
        <p:sp>
          <p:nvSpPr>
            <p:cNvPr id="107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08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2</a:t>
              </a:r>
              <a:endParaRPr kumimoji="0" lang="pt-BR" altLang="pt-BR" sz="1200" dirty="0"/>
            </a:p>
          </p:txBody>
        </p:sp>
      </p:grpSp>
      <p:grpSp>
        <p:nvGrpSpPr>
          <p:cNvPr id="109" name="Grupo 108"/>
          <p:cNvGrpSpPr/>
          <p:nvPr/>
        </p:nvGrpSpPr>
        <p:grpSpPr>
          <a:xfrm>
            <a:off x="5013487" y="3673737"/>
            <a:ext cx="535279" cy="326412"/>
            <a:chOff x="4514716" y="3119545"/>
            <a:chExt cx="535279" cy="326412"/>
          </a:xfrm>
        </p:grpSpPr>
        <p:sp>
          <p:nvSpPr>
            <p:cNvPr id="110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11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3</a:t>
              </a:r>
              <a:endParaRPr kumimoji="0" lang="pt-BR" altLang="pt-BR" sz="1200" dirty="0"/>
            </a:p>
          </p:txBody>
        </p:sp>
      </p:grpSp>
      <p:grpSp>
        <p:nvGrpSpPr>
          <p:cNvPr id="112" name="Grupo 111"/>
          <p:cNvGrpSpPr/>
          <p:nvPr/>
        </p:nvGrpSpPr>
        <p:grpSpPr>
          <a:xfrm>
            <a:off x="5318287" y="3964682"/>
            <a:ext cx="535279" cy="326412"/>
            <a:chOff x="4514716" y="3119545"/>
            <a:chExt cx="535279" cy="326412"/>
          </a:xfrm>
        </p:grpSpPr>
        <p:sp>
          <p:nvSpPr>
            <p:cNvPr id="113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14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/>
                <a:t>4</a:t>
              </a:r>
            </a:p>
          </p:txBody>
        </p:sp>
      </p:grpSp>
      <p:grpSp>
        <p:nvGrpSpPr>
          <p:cNvPr id="115" name="Grupo 114"/>
          <p:cNvGrpSpPr/>
          <p:nvPr/>
        </p:nvGrpSpPr>
        <p:grpSpPr>
          <a:xfrm>
            <a:off x="4583986" y="4241761"/>
            <a:ext cx="535279" cy="326412"/>
            <a:chOff x="4514716" y="3119545"/>
            <a:chExt cx="535279" cy="326412"/>
          </a:xfrm>
        </p:grpSpPr>
        <p:sp>
          <p:nvSpPr>
            <p:cNvPr id="116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17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5</a:t>
              </a:r>
              <a:endParaRPr kumimoji="0" lang="pt-BR" altLang="pt-BR" sz="1200" dirty="0"/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4140638" y="4532714"/>
            <a:ext cx="535279" cy="326412"/>
            <a:chOff x="4514716" y="3119545"/>
            <a:chExt cx="535279" cy="326412"/>
          </a:xfrm>
        </p:grpSpPr>
        <p:sp>
          <p:nvSpPr>
            <p:cNvPr id="119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20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6</a:t>
              </a:r>
              <a:endParaRPr kumimoji="0" lang="pt-BR" altLang="pt-BR" sz="1200" dirty="0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4651816" y="4859126"/>
            <a:ext cx="592141" cy="807383"/>
            <a:chOff x="4651816" y="4859126"/>
            <a:chExt cx="592141" cy="807383"/>
          </a:xfrm>
        </p:grpSpPr>
        <p:sp>
          <p:nvSpPr>
            <p:cNvPr id="122" name="AutoShape 10"/>
            <p:cNvSpPr>
              <a:spLocks/>
            </p:cNvSpPr>
            <p:nvPr/>
          </p:nvSpPr>
          <p:spPr bwMode="auto">
            <a:xfrm>
              <a:off x="4651816" y="4859126"/>
              <a:ext cx="221676" cy="8073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23" name="Oval 12"/>
            <p:cNvSpPr>
              <a:spLocks noChangeArrowheads="1"/>
            </p:cNvSpPr>
            <p:nvPr/>
          </p:nvSpPr>
          <p:spPr bwMode="auto">
            <a:xfrm>
              <a:off x="4898675" y="5086890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7</a:t>
              </a:r>
              <a:endParaRPr kumimoji="0" lang="pt-BR" altLang="pt-BR" sz="1200" dirty="0"/>
            </a:p>
          </p:txBody>
        </p:sp>
      </p:grpSp>
      <p:sp>
        <p:nvSpPr>
          <p:cNvPr id="124" name="Oval 12"/>
          <p:cNvSpPr>
            <a:spLocks noChangeArrowheads="1"/>
          </p:cNvSpPr>
          <p:nvPr/>
        </p:nvSpPr>
        <p:spPr bwMode="auto">
          <a:xfrm>
            <a:off x="7309365" y="281155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2</a:t>
            </a:r>
            <a:endParaRPr kumimoji="0" lang="pt-BR" altLang="pt-BR" sz="1200" dirty="0"/>
          </a:p>
        </p:txBody>
      </p:sp>
      <p:sp>
        <p:nvSpPr>
          <p:cNvPr id="125" name="Oval 12"/>
          <p:cNvSpPr>
            <a:spLocks noChangeArrowheads="1"/>
          </p:cNvSpPr>
          <p:nvPr/>
        </p:nvSpPr>
        <p:spPr bwMode="auto">
          <a:xfrm>
            <a:off x="7309365" y="3365740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/>
              <a:t>3</a:t>
            </a:r>
          </a:p>
        </p:txBody>
      </p:sp>
      <p:sp>
        <p:nvSpPr>
          <p:cNvPr id="126" name="Oval 12"/>
          <p:cNvSpPr>
            <a:spLocks noChangeArrowheads="1"/>
          </p:cNvSpPr>
          <p:nvPr/>
        </p:nvSpPr>
        <p:spPr bwMode="auto">
          <a:xfrm>
            <a:off x="7295516" y="3864509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/>
              <a:t>4</a:t>
            </a:r>
          </a:p>
        </p:txBody>
      </p:sp>
      <p:sp>
        <p:nvSpPr>
          <p:cNvPr id="127" name="Oval 12"/>
          <p:cNvSpPr>
            <a:spLocks noChangeArrowheads="1"/>
          </p:cNvSpPr>
          <p:nvPr/>
        </p:nvSpPr>
        <p:spPr bwMode="auto">
          <a:xfrm>
            <a:off x="7877408" y="436326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5</a:t>
            </a:r>
            <a:endParaRPr kumimoji="0" lang="pt-BR" altLang="pt-BR" sz="1200" dirty="0"/>
          </a:p>
        </p:txBody>
      </p:sp>
      <p:cxnSp>
        <p:nvCxnSpPr>
          <p:cNvPr id="10" name="Conector de seta reta 9"/>
          <p:cNvCxnSpPr>
            <a:stCxn id="105" idx="4"/>
            <a:endCxn id="124" idx="0"/>
          </p:cNvCxnSpPr>
          <p:nvPr/>
        </p:nvCxnSpPr>
        <p:spPr>
          <a:xfrm>
            <a:off x="7468156" y="2553623"/>
            <a:ext cx="13850" cy="2579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de seta reta 127"/>
          <p:cNvCxnSpPr>
            <a:stCxn id="124" idx="4"/>
            <a:endCxn id="125" idx="0"/>
          </p:cNvCxnSpPr>
          <p:nvPr/>
        </p:nvCxnSpPr>
        <p:spPr>
          <a:xfrm>
            <a:off x="7482006" y="3121663"/>
            <a:ext cx="0" cy="244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de seta reta 128"/>
          <p:cNvCxnSpPr>
            <a:stCxn id="125" idx="4"/>
            <a:endCxn id="126" idx="0"/>
          </p:cNvCxnSpPr>
          <p:nvPr/>
        </p:nvCxnSpPr>
        <p:spPr>
          <a:xfrm flipH="1">
            <a:off x="7468157" y="3675849"/>
            <a:ext cx="13849" cy="1886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de seta reta 129"/>
          <p:cNvCxnSpPr>
            <a:stCxn id="126" idx="5"/>
            <a:endCxn id="127" idx="1"/>
          </p:cNvCxnSpPr>
          <p:nvPr/>
        </p:nvCxnSpPr>
        <p:spPr>
          <a:xfrm>
            <a:off x="7590233" y="4129204"/>
            <a:ext cx="337740" cy="279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em curva 19"/>
          <p:cNvCxnSpPr>
            <a:stCxn id="127" idx="6"/>
            <a:endCxn id="125" idx="6"/>
          </p:cNvCxnSpPr>
          <p:nvPr/>
        </p:nvCxnSpPr>
        <p:spPr>
          <a:xfrm flipH="1" flipV="1">
            <a:off x="7654647" y="3520795"/>
            <a:ext cx="568043" cy="997524"/>
          </a:xfrm>
          <a:prstGeom prst="curvedConnector3">
            <a:avLst>
              <a:gd name="adj1" fmla="val -402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em curva 131"/>
          <p:cNvCxnSpPr>
            <a:stCxn id="126" idx="6"/>
            <a:endCxn id="125" idx="5"/>
          </p:cNvCxnSpPr>
          <p:nvPr/>
        </p:nvCxnSpPr>
        <p:spPr>
          <a:xfrm flipH="1" flipV="1">
            <a:off x="7604082" y="3630435"/>
            <a:ext cx="36716" cy="389129"/>
          </a:xfrm>
          <a:prstGeom prst="curvedConnector4">
            <a:avLst>
              <a:gd name="adj1" fmla="val -622617"/>
              <a:gd name="adj2" fmla="val 854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2"/>
          <p:cNvSpPr>
            <a:spLocks noChangeArrowheads="1"/>
          </p:cNvSpPr>
          <p:nvPr/>
        </p:nvSpPr>
        <p:spPr bwMode="auto">
          <a:xfrm>
            <a:off x="7309369" y="4875885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6</a:t>
            </a:r>
            <a:endParaRPr kumimoji="0" lang="pt-BR" altLang="pt-BR" sz="1200" dirty="0"/>
          </a:p>
        </p:txBody>
      </p:sp>
      <p:sp>
        <p:nvSpPr>
          <p:cNvPr id="134" name="Oval 12"/>
          <p:cNvSpPr>
            <a:spLocks noChangeArrowheads="1"/>
          </p:cNvSpPr>
          <p:nvPr/>
        </p:nvSpPr>
        <p:spPr bwMode="auto">
          <a:xfrm>
            <a:off x="7891270" y="543006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/>
              <a:t>7</a:t>
            </a:r>
          </a:p>
        </p:txBody>
      </p:sp>
      <p:cxnSp>
        <p:nvCxnSpPr>
          <p:cNvPr id="136" name="Conector de seta reta 135"/>
          <p:cNvCxnSpPr>
            <a:stCxn id="133" idx="5"/>
            <a:endCxn id="134" idx="1"/>
          </p:cNvCxnSpPr>
          <p:nvPr/>
        </p:nvCxnSpPr>
        <p:spPr>
          <a:xfrm>
            <a:off x="7604086" y="5140580"/>
            <a:ext cx="337749" cy="334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em curva 136"/>
          <p:cNvCxnSpPr>
            <a:stCxn id="141" idx="6"/>
            <a:endCxn id="105" idx="6"/>
          </p:cNvCxnSpPr>
          <p:nvPr/>
        </p:nvCxnSpPr>
        <p:spPr>
          <a:xfrm flipH="1" flipV="1">
            <a:off x="7640797" y="2398569"/>
            <a:ext cx="13850" cy="3599543"/>
          </a:xfrm>
          <a:prstGeom prst="curvedConnector3">
            <a:avLst>
              <a:gd name="adj1" fmla="val -876056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upo 137"/>
          <p:cNvGrpSpPr/>
          <p:nvPr/>
        </p:nvGrpSpPr>
        <p:grpSpPr>
          <a:xfrm>
            <a:off x="2852182" y="5613373"/>
            <a:ext cx="535279" cy="326412"/>
            <a:chOff x="4514716" y="3119545"/>
            <a:chExt cx="535279" cy="326412"/>
          </a:xfrm>
        </p:grpSpPr>
        <p:sp>
          <p:nvSpPr>
            <p:cNvPr id="139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40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8</a:t>
              </a:r>
              <a:endParaRPr kumimoji="0" lang="pt-BR" altLang="pt-BR" sz="1200" dirty="0"/>
            </a:p>
          </p:txBody>
        </p:sp>
      </p:grpSp>
      <p:sp>
        <p:nvSpPr>
          <p:cNvPr id="141" name="Oval 12"/>
          <p:cNvSpPr>
            <a:spLocks noChangeArrowheads="1"/>
          </p:cNvSpPr>
          <p:nvPr/>
        </p:nvSpPr>
        <p:spPr bwMode="auto">
          <a:xfrm>
            <a:off x="7309365" y="5843057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 smtClean="0"/>
              <a:t>8</a:t>
            </a:r>
            <a:endParaRPr kumimoji="0" lang="pt-BR" altLang="pt-BR" sz="1200" dirty="0"/>
          </a:p>
        </p:txBody>
      </p:sp>
      <p:cxnSp>
        <p:nvCxnSpPr>
          <p:cNvPr id="142" name="Conector de seta reta 141"/>
          <p:cNvCxnSpPr>
            <a:stCxn id="134" idx="3"/>
            <a:endCxn id="141" idx="7"/>
          </p:cNvCxnSpPr>
          <p:nvPr/>
        </p:nvCxnSpPr>
        <p:spPr>
          <a:xfrm flipH="1">
            <a:off x="7604082" y="5694759"/>
            <a:ext cx="337753" cy="193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de seta reta 144"/>
          <p:cNvCxnSpPr>
            <a:stCxn id="133" idx="4"/>
            <a:endCxn id="141" idx="0"/>
          </p:cNvCxnSpPr>
          <p:nvPr/>
        </p:nvCxnSpPr>
        <p:spPr>
          <a:xfrm flipH="1">
            <a:off x="7482006" y="5185994"/>
            <a:ext cx="4" cy="657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upo 151"/>
          <p:cNvGrpSpPr/>
          <p:nvPr/>
        </p:nvGrpSpPr>
        <p:grpSpPr>
          <a:xfrm>
            <a:off x="2266033" y="5953341"/>
            <a:ext cx="535279" cy="326412"/>
            <a:chOff x="4514716" y="3119545"/>
            <a:chExt cx="535279" cy="326412"/>
          </a:xfrm>
        </p:grpSpPr>
        <p:sp>
          <p:nvSpPr>
            <p:cNvPr id="153" name="AutoShape 10"/>
            <p:cNvSpPr>
              <a:spLocks/>
            </p:cNvSpPr>
            <p:nvPr/>
          </p:nvSpPr>
          <p:spPr bwMode="auto">
            <a:xfrm>
              <a:off x="4514716" y="3125874"/>
              <a:ext cx="137105" cy="320083"/>
            </a:xfrm>
            <a:prstGeom prst="rightBrace">
              <a:avLst>
                <a:gd name="adj1" fmla="val 3177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pt-BR" altLang="pt-BR" sz="1200"/>
            </a:p>
          </p:txBody>
        </p:sp>
        <p:sp>
          <p:nvSpPr>
            <p:cNvPr id="154" name="Oval 12"/>
            <p:cNvSpPr>
              <a:spLocks noChangeArrowheads="1"/>
            </p:cNvSpPr>
            <p:nvPr/>
          </p:nvSpPr>
          <p:spPr bwMode="auto">
            <a:xfrm>
              <a:off x="4704713" y="3119545"/>
              <a:ext cx="345282" cy="3101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pt-BR" altLang="pt-BR" sz="1200" dirty="0" smtClean="0"/>
                <a:t>9</a:t>
              </a:r>
              <a:endParaRPr kumimoji="0" lang="pt-BR" altLang="pt-BR" sz="1200" dirty="0"/>
            </a:p>
          </p:txBody>
        </p:sp>
      </p:grpSp>
      <p:sp>
        <p:nvSpPr>
          <p:cNvPr id="155" name="Oval 12"/>
          <p:cNvSpPr>
            <a:spLocks noChangeArrowheads="1"/>
          </p:cNvSpPr>
          <p:nvPr/>
        </p:nvSpPr>
        <p:spPr bwMode="auto">
          <a:xfrm>
            <a:off x="7321089" y="6335424"/>
            <a:ext cx="345282" cy="3101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pt-BR" altLang="pt-BR" sz="1200" dirty="0"/>
              <a:t>9</a:t>
            </a:r>
          </a:p>
        </p:txBody>
      </p:sp>
      <p:cxnSp>
        <p:nvCxnSpPr>
          <p:cNvPr id="156" name="Conector em curva 155"/>
          <p:cNvCxnSpPr>
            <a:stCxn id="105" idx="2"/>
            <a:endCxn id="155" idx="2"/>
          </p:cNvCxnSpPr>
          <p:nvPr/>
        </p:nvCxnSpPr>
        <p:spPr>
          <a:xfrm rot="10800000" flipH="1" flipV="1">
            <a:off x="7295515" y="2398569"/>
            <a:ext cx="25574" cy="4091910"/>
          </a:xfrm>
          <a:prstGeom prst="curvedConnector3">
            <a:avLst>
              <a:gd name="adj1" fmla="val -14897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em curva 159"/>
          <p:cNvCxnSpPr>
            <a:stCxn id="125" idx="2"/>
            <a:endCxn id="133" idx="1"/>
          </p:cNvCxnSpPr>
          <p:nvPr/>
        </p:nvCxnSpPr>
        <p:spPr>
          <a:xfrm rot="10800000" flipH="1" flipV="1">
            <a:off x="7309364" y="3520795"/>
            <a:ext cx="50569" cy="1400504"/>
          </a:xfrm>
          <a:prstGeom prst="curvedConnector4">
            <a:avLst>
              <a:gd name="adj1" fmla="val -452056"/>
              <a:gd name="adj2" fmla="val 982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37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668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24" grpId="0" animBg="1"/>
      <p:bldP spid="125" grpId="0" animBg="1"/>
      <p:bldP spid="126" grpId="0" animBg="1"/>
      <p:bldP spid="127" grpId="0" animBg="1"/>
      <p:bldP spid="133" grpId="0" animBg="1"/>
      <p:bldP spid="134" grpId="0" animBg="1"/>
      <p:bldP spid="141" grpId="0" animBg="1"/>
      <p:bldP spid="1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dirty="0" err="1"/>
              <a:t>Grafo</a:t>
            </a:r>
            <a:r>
              <a:rPr lang="en-US" altLang="pt-BR" dirty="0"/>
              <a:t> de </a:t>
            </a:r>
            <a:r>
              <a:rPr lang="en-US" altLang="pt-BR" dirty="0" err="1"/>
              <a:t>Fluxo</a:t>
            </a:r>
            <a:r>
              <a:rPr lang="en-US" altLang="pt-BR" dirty="0"/>
              <a:t> de </a:t>
            </a:r>
            <a:r>
              <a:rPr lang="en-US" altLang="pt-BR" dirty="0" err="1" smtClean="0"/>
              <a:t>Controle</a:t>
            </a:r>
            <a:r>
              <a:rPr lang="en-US" altLang="pt-BR" dirty="0" smtClean="0"/>
              <a:t> - </a:t>
            </a:r>
            <a:r>
              <a:rPr lang="en-US" altLang="pt-BR" dirty="0" err="1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5861" y="1669774"/>
            <a:ext cx="8242852" cy="506153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pt-BR" dirty="0"/>
              <a:t>Considerando o seguinte código e as entradas necessárias, defina casos de testes utilizando o critério de testes de Comandos. Lembre-se de fazer o Grafo de Fluxo de Controle.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void </a:t>
            </a:r>
            <a:r>
              <a:rPr lang="en-US" dirty="0" err="1"/>
              <a:t>quickSort</a:t>
            </a:r>
            <a:r>
              <a:rPr lang="en-US" dirty="0"/>
              <a:t>(long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long </a:t>
            </a:r>
            <a:r>
              <a:rPr lang="en-US" dirty="0" err="1"/>
              <a:t>int</a:t>
            </a:r>
            <a:r>
              <a:rPr lang="en-US" dirty="0"/>
              <a:t> s</a:t>
            </a:r>
            <a:r>
              <a:rPr lang="en-US" dirty="0" smtClean="0"/>
              <a:t>)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smtClean="0"/>
              <a:t>{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long </a:t>
            </a:r>
            <a:r>
              <a:rPr lang="en-US" dirty="0" err="1"/>
              <a:t>int</a:t>
            </a:r>
            <a:r>
              <a:rPr lang="en-US" dirty="0"/>
              <a:t> e=</a:t>
            </a:r>
            <a:r>
              <a:rPr lang="en-US" dirty="0" err="1"/>
              <a:t>i</a:t>
            </a:r>
            <a:r>
              <a:rPr lang="en-US" dirty="0"/>
              <a:t>, d=s;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long </a:t>
            </a:r>
            <a:r>
              <a:rPr lang="en-US" dirty="0" err="1"/>
              <a:t>int</a:t>
            </a:r>
            <a:r>
              <a:rPr lang="en-US" dirty="0"/>
              <a:t> item = Array[ ((</a:t>
            </a:r>
            <a:r>
              <a:rPr lang="en-US" dirty="0" err="1"/>
              <a:t>e+d</a:t>
            </a:r>
            <a:r>
              <a:rPr lang="en-US" dirty="0"/>
              <a:t>)/2) ];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pt-BR" dirty="0" err="1"/>
              <a:t>while</a:t>
            </a:r>
            <a:r>
              <a:rPr lang="pt-BR" dirty="0"/>
              <a:t> ( e &lt;= d )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{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</a:t>
            </a:r>
            <a:r>
              <a:rPr lang="pt-BR" dirty="0" err="1"/>
              <a:t>while</a:t>
            </a:r>
            <a:r>
              <a:rPr lang="pt-BR" dirty="0"/>
              <a:t> ( </a:t>
            </a:r>
            <a:r>
              <a:rPr lang="pt-BR" dirty="0" err="1"/>
              <a:t>Array</a:t>
            </a:r>
            <a:r>
              <a:rPr lang="pt-BR" dirty="0"/>
              <a:t>[e] &lt; item ) e++;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</a:t>
            </a:r>
            <a:r>
              <a:rPr lang="en-US" dirty="0"/>
              <a:t>while ( Array[d] &gt; item ) d--;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  </a:t>
            </a:r>
            <a:r>
              <a:rPr lang="pt-BR" dirty="0" err="1"/>
              <a:t>if</a:t>
            </a:r>
            <a:r>
              <a:rPr lang="pt-BR" dirty="0"/>
              <a:t> ( e &lt;= d )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{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</a:t>
            </a:r>
            <a:r>
              <a:rPr lang="pt-BR" dirty="0" err="1"/>
              <a:t>long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aux</a:t>
            </a:r>
            <a:r>
              <a:rPr lang="pt-BR" dirty="0"/>
              <a:t>; // Variável auxiliar para as trocas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</a:t>
            </a:r>
            <a:r>
              <a:rPr lang="pt-BR" dirty="0" err="1"/>
              <a:t>aux</a:t>
            </a:r>
            <a:r>
              <a:rPr lang="pt-BR" dirty="0"/>
              <a:t>      = </a:t>
            </a:r>
            <a:r>
              <a:rPr lang="pt-BR" dirty="0" err="1"/>
              <a:t>Array</a:t>
            </a:r>
            <a:r>
              <a:rPr lang="pt-BR" dirty="0"/>
              <a:t>[e];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</a:t>
            </a:r>
            <a:r>
              <a:rPr lang="pt-BR" dirty="0" err="1"/>
              <a:t>Array</a:t>
            </a:r>
            <a:r>
              <a:rPr lang="pt-BR" dirty="0"/>
              <a:t>[e] = </a:t>
            </a:r>
            <a:r>
              <a:rPr lang="pt-BR" dirty="0" err="1"/>
              <a:t>Array</a:t>
            </a:r>
            <a:r>
              <a:rPr lang="pt-BR" dirty="0"/>
              <a:t>[d]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</a:t>
            </a:r>
            <a:r>
              <a:rPr lang="pt-BR" dirty="0" err="1"/>
              <a:t>Array</a:t>
            </a:r>
            <a:r>
              <a:rPr lang="pt-BR" dirty="0"/>
              <a:t>[d] = </a:t>
            </a:r>
            <a:r>
              <a:rPr lang="pt-BR" dirty="0" err="1"/>
              <a:t>aux</a:t>
            </a:r>
            <a:r>
              <a:rPr lang="pt-BR" dirty="0"/>
              <a:t>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d--;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  e++;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    </a:t>
            </a:r>
            <a:r>
              <a:rPr lang="en-US" dirty="0"/>
              <a:t>}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}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if ( d-</a:t>
            </a:r>
            <a:r>
              <a:rPr lang="en-US" dirty="0" err="1"/>
              <a:t>i</a:t>
            </a:r>
            <a:r>
              <a:rPr lang="en-US" dirty="0"/>
              <a:t> &gt; 0 ) </a:t>
            </a:r>
            <a:r>
              <a:rPr lang="en-US" dirty="0" err="1"/>
              <a:t>quickSort</a:t>
            </a:r>
            <a:r>
              <a:rPr lang="en-US" dirty="0"/>
              <a:t>(</a:t>
            </a:r>
            <a:r>
              <a:rPr lang="en-US" dirty="0" err="1"/>
              <a:t>i,d</a:t>
            </a:r>
            <a:r>
              <a:rPr lang="en-US" dirty="0"/>
              <a:t>);</a:t>
            </a:r>
            <a:endParaRPr lang="pt-BR" dirty="0"/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pt-BR" dirty="0" err="1"/>
              <a:t>if</a:t>
            </a:r>
            <a:r>
              <a:rPr lang="pt-BR" dirty="0"/>
              <a:t> ( </a:t>
            </a:r>
            <a:r>
              <a:rPr lang="pt-BR" dirty="0" err="1"/>
              <a:t>s-e</a:t>
            </a:r>
            <a:r>
              <a:rPr lang="pt-BR" dirty="0"/>
              <a:t> &gt; 0 ) </a:t>
            </a:r>
            <a:r>
              <a:rPr lang="pt-BR" dirty="0" err="1"/>
              <a:t>quickSort</a:t>
            </a:r>
            <a:r>
              <a:rPr lang="pt-BR" dirty="0"/>
              <a:t>(</a:t>
            </a:r>
            <a:r>
              <a:rPr lang="pt-BR" dirty="0" err="1"/>
              <a:t>e,s</a:t>
            </a:r>
            <a:r>
              <a:rPr lang="pt-BR" dirty="0"/>
              <a:t>);</a:t>
            </a:r>
          </a:p>
          <a:p>
            <a:pPr marL="530352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 }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38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050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Alguns</a:t>
            </a:r>
            <a:r>
              <a:rPr lang="en-US" altLang="pt-BR" dirty="0"/>
              <a:t> </a:t>
            </a:r>
            <a:r>
              <a:rPr lang="en-US" altLang="pt-BR" dirty="0" err="1"/>
              <a:t>Critérios</a:t>
            </a:r>
            <a:r>
              <a:rPr lang="en-US" altLang="pt-BR" dirty="0"/>
              <a:t> para Testes </a:t>
            </a:r>
            <a:r>
              <a:rPr lang="en-US" altLang="pt-BR" dirty="0" err="1"/>
              <a:t>Estruturais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pt-BR" dirty="0"/>
              <a:t>Testes de </a:t>
            </a:r>
            <a:r>
              <a:rPr lang="en-US" altLang="pt-BR" dirty="0" err="1"/>
              <a:t>Comandos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Todos-Nós</a:t>
            </a:r>
            <a:r>
              <a:rPr lang="en-US" altLang="pt-BR" dirty="0"/>
              <a:t>:</a:t>
            </a:r>
          </a:p>
          <a:p>
            <a:pPr lvl="1"/>
            <a:r>
              <a:rPr kumimoji="0" lang="en-US" altLang="pt-BR" dirty="0" err="1"/>
              <a:t>Estabelece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como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requisito</a:t>
            </a:r>
            <a:r>
              <a:rPr kumimoji="0" lang="en-US" altLang="pt-BR" dirty="0"/>
              <a:t> de teste que </a:t>
            </a:r>
            <a:r>
              <a:rPr kumimoji="0" lang="en-US" altLang="pt-BR" dirty="0" err="1"/>
              <a:t>sejam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executados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todos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os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comandos</a:t>
            </a:r>
            <a:r>
              <a:rPr kumimoji="0" lang="en-US" altLang="pt-BR" dirty="0"/>
              <a:t> do </a:t>
            </a:r>
            <a:r>
              <a:rPr kumimoji="0" lang="en-US" altLang="pt-BR" dirty="0" err="1"/>
              <a:t>programa</a:t>
            </a:r>
            <a:r>
              <a:rPr kumimoji="0" lang="en-US" altLang="pt-BR" dirty="0"/>
              <a:t>, </a:t>
            </a:r>
            <a:r>
              <a:rPr kumimoji="0" lang="en-US" altLang="pt-BR" dirty="0" err="1"/>
              <a:t>ao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menos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uma</a:t>
            </a:r>
            <a:r>
              <a:rPr kumimoji="0" lang="en-US" altLang="pt-BR" dirty="0"/>
              <a:t> </a:t>
            </a:r>
            <a:r>
              <a:rPr kumimoji="0" lang="en-US" altLang="pt-BR" dirty="0" err="1"/>
              <a:t>vez</a:t>
            </a:r>
            <a:r>
              <a:rPr kumimoji="0" lang="en-US" altLang="pt-BR" dirty="0"/>
              <a:t>.</a:t>
            </a:r>
          </a:p>
          <a:p>
            <a:r>
              <a:rPr lang="en-US" altLang="pt-BR" dirty="0"/>
              <a:t>Testes de Ramos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Todos</a:t>
            </a:r>
            <a:r>
              <a:rPr lang="en-US" altLang="pt-BR" dirty="0"/>
              <a:t>-Arcos:</a:t>
            </a:r>
          </a:p>
          <a:p>
            <a:pPr lvl="1"/>
            <a:r>
              <a:rPr lang="en-US" altLang="pt-BR" dirty="0" err="1"/>
              <a:t>Estabelece</a:t>
            </a:r>
            <a:r>
              <a:rPr lang="en-US" altLang="pt-BR" dirty="0"/>
              <a:t> </a:t>
            </a:r>
            <a:r>
              <a:rPr lang="en-US" altLang="pt-BR" dirty="0" err="1"/>
              <a:t>como</a:t>
            </a:r>
            <a:r>
              <a:rPr lang="en-US" altLang="pt-BR" dirty="0"/>
              <a:t> </a:t>
            </a:r>
            <a:r>
              <a:rPr lang="en-US" altLang="pt-BR" dirty="0" err="1"/>
              <a:t>requisito</a:t>
            </a:r>
            <a:r>
              <a:rPr lang="en-US" altLang="pt-BR" dirty="0"/>
              <a:t> de teste </a:t>
            </a:r>
            <a:r>
              <a:rPr lang="en-US" altLang="pt-BR" dirty="0" err="1"/>
              <a:t>exercitar</a:t>
            </a:r>
            <a:r>
              <a:rPr lang="en-US" altLang="pt-BR" dirty="0"/>
              <a:t> </a:t>
            </a:r>
            <a:r>
              <a:rPr lang="en-US" altLang="pt-BR" dirty="0" err="1"/>
              <a:t>todas</a:t>
            </a:r>
            <a:r>
              <a:rPr lang="en-US" altLang="pt-BR" dirty="0"/>
              <a:t> as </a:t>
            </a:r>
            <a:r>
              <a:rPr lang="en-US" altLang="pt-BR" dirty="0" err="1"/>
              <a:t>saídas</a:t>
            </a:r>
            <a:r>
              <a:rPr lang="en-US" altLang="pt-BR" dirty="0"/>
              <a:t> </a:t>
            </a:r>
            <a:r>
              <a:rPr lang="en-US" altLang="pt-BR" u="sng" dirty="0" err="1"/>
              <a:t>verdadeiro</a:t>
            </a:r>
            <a:r>
              <a:rPr lang="en-US" altLang="pt-BR" dirty="0"/>
              <a:t> e </a:t>
            </a:r>
            <a:r>
              <a:rPr lang="en-US" altLang="pt-BR" u="sng" dirty="0" err="1"/>
              <a:t>falso</a:t>
            </a:r>
            <a:r>
              <a:rPr lang="en-US" altLang="pt-BR" dirty="0"/>
              <a:t> de </a:t>
            </a:r>
            <a:r>
              <a:rPr lang="en-US" altLang="pt-BR" dirty="0" err="1"/>
              <a:t>todas</a:t>
            </a:r>
            <a:r>
              <a:rPr lang="en-US" altLang="pt-BR" dirty="0"/>
              <a:t> as </a:t>
            </a:r>
            <a:r>
              <a:rPr lang="en-US" altLang="pt-BR" dirty="0" err="1"/>
              <a:t>decisões</a:t>
            </a:r>
            <a:r>
              <a:rPr lang="en-US" altLang="pt-BR" dirty="0"/>
              <a:t>.</a:t>
            </a:r>
          </a:p>
          <a:p>
            <a:pPr marL="0" indent="0">
              <a:buNone/>
            </a:pPr>
            <a:endParaRPr lang="en-US" altLang="pt-BR" dirty="0"/>
          </a:p>
          <a:p>
            <a:pPr lvl="1"/>
            <a:endParaRPr kumimoji="0"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39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459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Alguns</a:t>
            </a:r>
            <a:r>
              <a:rPr lang="en-US" altLang="pt-BR" dirty="0"/>
              <a:t> </a:t>
            </a:r>
            <a:r>
              <a:rPr lang="en-US" altLang="pt-BR" dirty="0" err="1"/>
              <a:t>Critérios</a:t>
            </a:r>
            <a:r>
              <a:rPr lang="en-US" altLang="pt-BR" dirty="0"/>
              <a:t> para Testes </a:t>
            </a:r>
            <a:r>
              <a:rPr lang="en-US" altLang="pt-BR" dirty="0" err="1"/>
              <a:t>Estruturais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358925"/>
            <a:ext cx="8242852" cy="5445911"/>
          </a:xfrm>
        </p:spPr>
        <p:txBody>
          <a:bodyPr>
            <a:normAutofit fontScale="92500" lnSpcReduction="20000"/>
          </a:bodyPr>
          <a:lstStyle/>
          <a:p>
            <a:r>
              <a:rPr lang="en-US" altLang="pt-BR" dirty="0" err="1" smtClean="0"/>
              <a:t>Exemplo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Casos</a:t>
            </a:r>
            <a:r>
              <a:rPr lang="en-US" altLang="pt-BR" dirty="0" smtClean="0"/>
              <a:t> de Testes para o </a:t>
            </a:r>
            <a:r>
              <a:rPr lang="en-US" altLang="pt-BR" dirty="0" err="1" smtClean="0"/>
              <a:t>Critério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Comandos</a:t>
            </a:r>
            <a:r>
              <a:rPr lang="en-US" altLang="pt-BR" dirty="0" smtClean="0"/>
              <a:t> (</a:t>
            </a:r>
            <a:r>
              <a:rPr lang="en-US" altLang="pt-BR" dirty="0" err="1" smtClean="0"/>
              <a:t>Todos-Nós</a:t>
            </a:r>
            <a:r>
              <a:rPr lang="en-US" altLang="pt-BR" dirty="0" smtClean="0"/>
              <a:t>):</a:t>
            </a:r>
          </a:p>
          <a:p>
            <a:pPr lvl="1"/>
            <a:r>
              <a:rPr kumimoji="0" lang="en-US" altLang="pt-BR" dirty="0" err="1" smtClean="0"/>
              <a:t>Considerando</a:t>
            </a:r>
            <a:r>
              <a:rPr kumimoji="0" lang="en-US" altLang="pt-BR" dirty="0" smtClean="0"/>
              <a:t> o </a:t>
            </a:r>
            <a:r>
              <a:rPr kumimoji="0" lang="en-US" altLang="pt-BR" dirty="0" err="1" smtClean="0"/>
              <a:t>programa</a:t>
            </a:r>
            <a:r>
              <a:rPr kumimoji="0" lang="en-US" altLang="pt-BR" dirty="0" smtClean="0"/>
              <a:t> </a:t>
            </a:r>
            <a:r>
              <a:rPr kumimoji="0" lang="en-US" altLang="pt-BR" dirty="0" err="1" smtClean="0"/>
              <a:t>apresentado</a:t>
            </a:r>
            <a:r>
              <a:rPr kumimoji="0" lang="en-US" altLang="pt-BR" dirty="0" smtClean="0"/>
              <a:t> no slide 36:</a:t>
            </a:r>
          </a:p>
          <a:p>
            <a:pPr lvl="2"/>
            <a:r>
              <a:rPr lang="en-US" altLang="pt-BR" dirty="0" smtClean="0"/>
              <a:t>é </a:t>
            </a:r>
            <a:r>
              <a:rPr lang="en-US" altLang="pt-BR" dirty="0" err="1"/>
              <a:t>necessário</a:t>
            </a:r>
            <a:r>
              <a:rPr lang="en-US" altLang="pt-BR" dirty="0"/>
              <a:t> </a:t>
            </a:r>
            <a:r>
              <a:rPr lang="en-US" altLang="pt-BR" dirty="0" err="1"/>
              <a:t>concentrar</a:t>
            </a:r>
            <a:r>
              <a:rPr lang="en-US" altLang="pt-BR" dirty="0"/>
              <a:t>-se </a:t>
            </a:r>
            <a:r>
              <a:rPr lang="en-US" altLang="pt-BR" dirty="0" err="1"/>
              <a:t>nos</a:t>
            </a:r>
            <a:r>
              <a:rPr lang="en-US" altLang="pt-BR" dirty="0"/>
              <a:t> </a:t>
            </a:r>
            <a:r>
              <a:rPr lang="en-US" altLang="pt-BR" dirty="0" err="1"/>
              <a:t>comandos</a:t>
            </a:r>
            <a:r>
              <a:rPr lang="en-US" altLang="pt-BR" dirty="0"/>
              <a:t> que </a:t>
            </a:r>
            <a:r>
              <a:rPr lang="en-US" altLang="pt-BR" dirty="0" err="1"/>
              <a:t>são</a:t>
            </a:r>
            <a:r>
              <a:rPr lang="en-US" altLang="pt-BR" dirty="0"/>
              <a:t> </a:t>
            </a:r>
            <a:r>
              <a:rPr lang="en-US" altLang="pt-BR" dirty="0" err="1"/>
              <a:t>controlados</a:t>
            </a:r>
            <a:r>
              <a:rPr lang="en-US" altLang="pt-BR" dirty="0"/>
              <a:t> </a:t>
            </a:r>
            <a:r>
              <a:rPr lang="en-US" altLang="pt-BR" dirty="0" err="1"/>
              <a:t>por</a:t>
            </a:r>
            <a:r>
              <a:rPr lang="en-US" altLang="pt-BR" dirty="0"/>
              <a:t> </a:t>
            </a:r>
            <a:r>
              <a:rPr lang="en-US" altLang="pt-BR" dirty="0" err="1"/>
              <a:t>condições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 err="1"/>
              <a:t>fornecer</a:t>
            </a:r>
            <a:r>
              <a:rPr lang="en-US" altLang="pt-BR" dirty="0"/>
              <a:t> um valor para </a:t>
            </a:r>
            <a:r>
              <a:rPr lang="en-US" altLang="pt-BR" i="1" dirty="0"/>
              <a:t>x</a:t>
            </a:r>
            <a:r>
              <a:rPr lang="en-US" altLang="pt-BR" dirty="0"/>
              <a:t> que </a:t>
            </a:r>
            <a:r>
              <a:rPr lang="en-US" altLang="pt-BR" dirty="0" err="1"/>
              <a:t>esteja</a:t>
            </a:r>
            <a:r>
              <a:rPr lang="en-US" altLang="pt-BR" dirty="0"/>
              <a:t> fora do </a:t>
            </a:r>
            <a:r>
              <a:rPr lang="en-US" altLang="pt-BR" dirty="0" err="1"/>
              <a:t>intervalo</a:t>
            </a:r>
            <a:r>
              <a:rPr lang="en-US" altLang="pt-BR" dirty="0"/>
              <a:t> para </a:t>
            </a:r>
            <a:r>
              <a:rPr lang="en-US" altLang="pt-BR" dirty="0" err="1"/>
              <a:t>forçar</a:t>
            </a:r>
            <a:r>
              <a:rPr lang="en-US" altLang="pt-BR" dirty="0"/>
              <a:t> a </a:t>
            </a:r>
            <a:r>
              <a:rPr lang="en-US" altLang="pt-BR" dirty="0" err="1"/>
              <a:t>execução</a:t>
            </a:r>
            <a:r>
              <a:rPr lang="en-US" altLang="pt-BR" dirty="0"/>
              <a:t> dos </a:t>
            </a:r>
            <a:r>
              <a:rPr lang="en-US" altLang="pt-BR" dirty="0" err="1"/>
              <a:t>comandos</a:t>
            </a:r>
            <a:r>
              <a:rPr lang="en-US" altLang="pt-BR" dirty="0"/>
              <a:t> no </a:t>
            </a:r>
            <a:r>
              <a:rPr lang="en-US" altLang="pt-BR" i="1" dirty="0"/>
              <a:t>loop</a:t>
            </a:r>
            <a:r>
              <a:rPr lang="en-US" altLang="pt-BR" dirty="0"/>
              <a:t>  (</a:t>
            </a:r>
            <a:r>
              <a:rPr lang="en-US" altLang="pt-BR" dirty="0" err="1"/>
              <a:t>linhas</a:t>
            </a:r>
            <a:r>
              <a:rPr lang="en-US" altLang="pt-BR" dirty="0"/>
              <a:t> 11-12);</a:t>
            </a:r>
          </a:p>
          <a:p>
            <a:pPr lvl="2"/>
            <a:r>
              <a:rPr lang="en-US" altLang="pt-BR" dirty="0" err="1"/>
              <a:t>quando</a:t>
            </a:r>
            <a:r>
              <a:rPr lang="en-US" altLang="pt-BR" dirty="0"/>
              <a:t> </a:t>
            </a:r>
            <a:r>
              <a:rPr lang="en-US" altLang="pt-BR" i="1" dirty="0"/>
              <a:t>x</a:t>
            </a:r>
            <a:r>
              <a:rPr lang="en-US" altLang="pt-BR" dirty="0"/>
              <a:t> </a:t>
            </a:r>
            <a:r>
              <a:rPr lang="en-US" altLang="pt-BR" dirty="0" err="1"/>
              <a:t>está</a:t>
            </a:r>
            <a:r>
              <a:rPr lang="en-US" altLang="pt-BR" dirty="0"/>
              <a:t> </a:t>
            </a:r>
            <a:r>
              <a:rPr lang="en-US" altLang="pt-BR" dirty="0" err="1"/>
              <a:t>dentro</a:t>
            </a:r>
            <a:r>
              <a:rPr lang="en-US" altLang="pt-BR" dirty="0"/>
              <a:t> do </a:t>
            </a:r>
            <a:r>
              <a:rPr lang="en-US" altLang="pt-BR" dirty="0" err="1"/>
              <a:t>intervalo</a:t>
            </a:r>
            <a:r>
              <a:rPr lang="en-US" altLang="pt-BR" dirty="0"/>
              <a:t>, </a:t>
            </a:r>
            <a:r>
              <a:rPr lang="en-US" altLang="pt-BR" dirty="0" err="1"/>
              <a:t>ele</a:t>
            </a:r>
            <a:r>
              <a:rPr lang="en-US" altLang="pt-BR" dirty="0"/>
              <a:t> </a:t>
            </a:r>
            <a:r>
              <a:rPr lang="en-US" altLang="pt-BR" dirty="0" err="1"/>
              <a:t>será</a:t>
            </a:r>
            <a:r>
              <a:rPr lang="en-US" altLang="pt-BR" dirty="0"/>
              <a:t> no </a:t>
            </a:r>
            <a:r>
              <a:rPr lang="en-US" altLang="pt-BR" dirty="0" err="1"/>
              <a:t>mínimo</a:t>
            </a:r>
            <a:r>
              <a:rPr lang="en-US" altLang="pt-BR" dirty="0"/>
              <a:t> 1 e o </a:t>
            </a:r>
            <a:r>
              <a:rPr lang="en-US" altLang="pt-BR" dirty="0" err="1"/>
              <a:t>comando</a:t>
            </a:r>
            <a:r>
              <a:rPr lang="en-US" altLang="pt-BR" dirty="0"/>
              <a:t> </a:t>
            </a:r>
            <a:r>
              <a:rPr lang="en-US" altLang="pt-BR" dirty="0" err="1"/>
              <a:t>dentro</a:t>
            </a:r>
            <a:r>
              <a:rPr lang="en-US" altLang="pt-BR" dirty="0"/>
              <a:t> do </a:t>
            </a:r>
            <a:r>
              <a:rPr lang="en-US" altLang="pt-BR" i="1" dirty="0"/>
              <a:t>for</a:t>
            </a:r>
            <a:r>
              <a:rPr lang="en-US" altLang="pt-BR" dirty="0"/>
              <a:t> (</a:t>
            </a:r>
            <a:r>
              <a:rPr lang="en-US" altLang="pt-BR" dirty="0" err="1"/>
              <a:t>linha</a:t>
            </a:r>
            <a:r>
              <a:rPr lang="en-US" altLang="pt-BR" dirty="0"/>
              <a:t> 16) </a:t>
            </a:r>
            <a:r>
              <a:rPr lang="en-US" altLang="pt-BR" dirty="0" err="1"/>
              <a:t>será</a:t>
            </a:r>
            <a:r>
              <a:rPr lang="en-US" altLang="pt-BR" dirty="0"/>
              <a:t> </a:t>
            </a:r>
            <a:r>
              <a:rPr lang="en-US" altLang="pt-BR" dirty="0" err="1" smtClean="0"/>
              <a:t>executado</a:t>
            </a:r>
            <a:endParaRPr lang="en-US" altLang="pt-BR" dirty="0" smtClean="0"/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comando</a:t>
            </a:r>
            <a:r>
              <a:rPr lang="en-US" altLang="pt-BR" dirty="0"/>
              <a:t> </a:t>
            </a:r>
            <a:r>
              <a:rPr lang="en-US" altLang="pt-BR" i="1" dirty="0"/>
              <a:t>if </a:t>
            </a:r>
            <a:r>
              <a:rPr lang="en-US" altLang="pt-BR" dirty="0"/>
              <a:t>(</a:t>
            </a:r>
            <a:r>
              <a:rPr lang="en-US" altLang="pt-BR" dirty="0" err="1"/>
              <a:t>linha</a:t>
            </a:r>
            <a:r>
              <a:rPr lang="en-US" altLang="pt-BR" dirty="0"/>
              <a:t> 25) </a:t>
            </a:r>
            <a:r>
              <a:rPr lang="en-US" altLang="pt-BR" dirty="0" err="1"/>
              <a:t>precisa</a:t>
            </a:r>
            <a:r>
              <a:rPr lang="en-US" altLang="pt-BR" dirty="0"/>
              <a:t> </a:t>
            </a:r>
            <a:r>
              <a:rPr lang="en-US" altLang="pt-BR" dirty="0" err="1"/>
              <a:t>ser</a:t>
            </a:r>
            <a:r>
              <a:rPr lang="en-US" altLang="pt-BR" dirty="0"/>
              <a:t> </a:t>
            </a:r>
            <a:r>
              <a:rPr lang="en-US" altLang="pt-BR" dirty="0" err="1"/>
              <a:t>executado</a:t>
            </a:r>
            <a:r>
              <a:rPr lang="en-US" altLang="pt-BR" dirty="0"/>
              <a:t>, com as </a:t>
            </a:r>
            <a:r>
              <a:rPr lang="en-US" altLang="pt-BR" dirty="0" err="1"/>
              <a:t>alternativas</a:t>
            </a:r>
            <a:r>
              <a:rPr lang="en-US" altLang="pt-BR" dirty="0"/>
              <a:t> </a:t>
            </a:r>
            <a:r>
              <a:rPr lang="en-US" altLang="pt-BR" i="1" dirty="0"/>
              <a:t>then</a:t>
            </a:r>
            <a:r>
              <a:rPr lang="en-US" altLang="pt-BR" dirty="0"/>
              <a:t> e </a:t>
            </a:r>
            <a:r>
              <a:rPr lang="en-US" altLang="pt-BR" i="1" dirty="0"/>
              <a:t>else</a:t>
            </a:r>
            <a:r>
              <a:rPr lang="en-US" altLang="pt-BR" dirty="0"/>
              <a:t> (</a:t>
            </a:r>
            <a:r>
              <a:rPr lang="en-US" altLang="pt-BR" dirty="0" err="1"/>
              <a:t>linhas</a:t>
            </a:r>
            <a:r>
              <a:rPr lang="en-US" altLang="pt-BR" dirty="0"/>
              <a:t> 26 e 28) </a:t>
            </a:r>
            <a:r>
              <a:rPr lang="en-US" altLang="pt-BR" dirty="0">
                <a:sym typeface="Symbol" panose="05050102010706020507" pitchFamily="18" charset="2"/>
              </a:rPr>
              <a:t></a:t>
            </a:r>
            <a:r>
              <a:rPr lang="en-US" altLang="pt-BR" dirty="0"/>
              <a:t> </a:t>
            </a:r>
            <a:r>
              <a:rPr lang="en-US" altLang="pt-BR" dirty="0" err="1"/>
              <a:t>procurar</a:t>
            </a:r>
            <a:r>
              <a:rPr lang="en-US" altLang="pt-BR" dirty="0"/>
              <a:t> </a:t>
            </a:r>
            <a:r>
              <a:rPr lang="en-US" altLang="pt-BR" dirty="0" err="1"/>
              <a:t>por</a:t>
            </a:r>
            <a:r>
              <a:rPr lang="en-US" altLang="pt-BR" dirty="0"/>
              <a:t> um </a:t>
            </a:r>
            <a:r>
              <a:rPr lang="en-US" altLang="pt-BR" dirty="0" err="1"/>
              <a:t>caracter</a:t>
            </a:r>
            <a:r>
              <a:rPr lang="en-US" altLang="pt-BR" dirty="0"/>
              <a:t> que </a:t>
            </a:r>
            <a:r>
              <a:rPr lang="en-US" altLang="pt-BR" dirty="0" err="1"/>
              <a:t>esteja</a:t>
            </a:r>
            <a:r>
              <a:rPr lang="en-US" altLang="pt-BR" dirty="0"/>
              <a:t> </a:t>
            </a:r>
            <a:r>
              <a:rPr lang="en-US" altLang="pt-BR" dirty="0" err="1"/>
              <a:t>na</a:t>
            </a:r>
            <a:r>
              <a:rPr lang="en-US" altLang="pt-BR" dirty="0"/>
              <a:t> </a:t>
            </a:r>
            <a:r>
              <a:rPr lang="en-US" altLang="pt-BR" dirty="0" err="1"/>
              <a:t>cadeia</a:t>
            </a:r>
            <a:r>
              <a:rPr lang="en-US" altLang="pt-BR" dirty="0"/>
              <a:t> e que force a </a:t>
            </a:r>
            <a:r>
              <a:rPr lang="en-US" altLang="pt-BR" dirty="0" err="1"/>
              <a:t>procura</a:t>
            </a:r>
            <a:r>
              <a:rPr lang="en-US" altLang="pt-BR" dirty="0"/>
              <a:t> </a:t>
            </a:r>
            <a:r>
              <a:rPr lang="en-US" altLang="pt-BR" dirty="0" err="1"/>
              <a:t>dentro</a:t>
            </a:r>
            <a:r>
              <a:rPr lang="en-US" altLang="pt-BR" dirty="0"/>
              <a:t> </a:t>
            </a:r>
            <a:r>
              <a:rPr lang="en-US" altLang="pt-BR" dirty="0" err="1"/>
              <a:t>dela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/>
              <a:t>a entrada no </a:t>
            </a:r>
            <a:r>
              <a:rPr lang="en-US" altLang="pt-BR" i="1" dirty="0"/>
              <a:t>while</a:t>
            </a:r>
            <a:r>
              <a:rPr lang="en-US" altLang="pt-BR" dirty="0"/>
              <a:t> (</a:t>
            </a:r>
            <a:r>
              <a:rPr lang="en-US" altLang="pt-BR" dirty="0" err="1"/>
              <a:t>linha</a:t>
            </a:r>
            <a:r>
              <a:rPr lang="en-US" altLang="pt-BR" dirty="0"/>
              <a:t> 23) é </a:t>
            </a:r>
            <a:r>
              <a:rPr lang="en-US" altLang="pt-BR" dirty="0" err="1"/>
              <a:t>garantida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comando</a:t>
            </a:r>
            <a:r>
              <a:rPr lang="en-US" altLang="pt-BR" dirty="0"/>
              <a:t> </a:t>
            </a:r>
            <a:r>
              <a:rPr lang="en-US" altLang="pt-BR" i="1" dirty="0"/>
              <a:t>if </a:t>
            </a:r>
            <a:r>
              <a:rPr lang="en-US" altLang="pt-BR" dirty="0"/>
              <a:t>(</a:t>
            </a:r>
            <a:r>
              <a:rPr lang="en-US" altLang="pt-BR" dirty="0" err="1"/>
              <a:t>linha</a:t>
            </a:r>
            <a:r>
              <a:rPr lang="en-US" altLang="pt-BR" dirty="0"/>
              <a:t> 30) </a:t>
            </a:r>
            <a:r>
              <a:rPr lang="en-US" altLang="pt-BR" dirty="0" err="1"/>
              <a:t>precisa</a:t>
            </a:r>
            <a:r>
              <a:rPr lang="en-US" altLang="pt-BR" dirty="0"/>
              <a:t> </a:t>
            </a:r>
            <a:r>
              <a:rPr lang="en-US" altLang="pt-BR" dirty="0" err="1"/>
              <a:t>ser</a:t>
            </a:r>
            <a:r>
              <a:rPr lang="en-US" altLang="pt-BR" dirty="0"/>
              <a:t> </a:t>
            </a:r>
            <a:r>
              <a:rPr lang="en-US" altLang="pt-BR" dirty="0" err="1"/>
              <a:t>executado</a:t>
            </a:r>
            <a:r>
              <a:rPr lang="en-US" altLang="pt-BR" dirty="0"/>
              <a:t>, com as </a:t>
            </a:r>
            <a:r>
              <a:rPr lang="en-US" altLang="pt-BR" dirty="0" err="1"/>
              <a:t>alternativas</a:t>
            </a:r>
            <a:r>
              <a:rPr lang="en-US" altLang="pt-BR" dirty="0"/>
              <a:t> </a:t>
            </a:r>
            <a:r>
              <a:rPr lang="en-US" altLang="pt-BR" i="1" dirty="0"/>
              <a:t>then</a:t>
            </a:r>
            <a:r>
              <a:rPr lang="en-US" altLang="pt-BR" dirty="0"/>
              <a:t> e </a:t>
            </a:r>
            <a:r>
              <a:rPr lang="en-US" altLang="pt-BR" i="1" dirty="0"/>
              <a:t>else</a:t>
            </a:r>
            <a:r>
              <a:rPr lang="en-US" altLang="pt-BR" dirty="0"/>
              <a:t> (</a:t>
            </a:r>
            <a:r>
              <a:rPr lang="en-US" altLang="pt-BR" dirty="0" err="1"/>
              <a:t>linhas</a:t>
            </a:r>
            <a:r>
              <a:rPr lang="en-US" altLang="pt-BR" dirty="0"/>
              <a:t> 31 e 33) </a:t>
            </a:r>
            <a:r>
              <a:rPr lang="en-US" altLang="pt-BR" dirty="0">
                <a:sym typeface="Symbol" panose="05050102010706020507" pitchFamily="18" charset="2"/>
              </a:rPr>
              <a:t></a:t>
            </a:r>
            <a:r>
              <a:rPr lang="en-US" altLang="pt-BR" dirty="0"/>
              <a:t> um </a:t>
            </a:r>
            <a:r>
              <a:rPr lang="en-US" altLang="pt-BR" dirty="0" err="1"/>
              <a:t>caracter</a:t>
            </a:r>
            <a:r>
              <a:rPr lang="en-US" altLang="pt-BR" dirty="0"/>
              <a:t> que </a:t>
            </a:r>
            <a:r>
              <a:rPr lang="en-US" altLang="pt-BR" dirty="0" err="1"/>
              <a:t>pertença</a:t>
            </a:r>
            <a:r>
              <a:rPr lang="en-US" altLang="pt-BR" dirty="0"/>
              <a:t> e outro que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pertença</a:t>
            </a:r>
            <a:r>
              <a:rPr lang="en-US" altLang="pt-BR" dirty="0"/>
              <a:t> à </a:t>
            </a:r>
            <a:r>
              <a:rPr lang="en-US" altLang="pt-BR" dirty="0" err="1"/>
              <a:t>cadeia</a:t>
            </a:r>
            <a:r>
              <a:rPr lang="en-US" altLang="pt-BR" dirty="0"/>
              <a:t> (</a:t>
            </a:r>
            <a:r>
              <a:rPr lang="en-US" altLang="pt-BR" dirty="0" err="1"/>
              <a:t>combinando</a:t>
            </a:r>
            <a:r>
              <a:rPr lang="en-US" altLang="pt-BR" dirty="0"/>
              <a:t> com o </a:t>
            </a:r>
            <a:r>
              <a:rPr lang="en-US" altLang="pt-BR" i="1" dirty="0"/>
              <a:t>if</a:t>
            </a:r>
            <a:r>
              <a:rPr lang="en-US" altLang="pt-BR" dirty="0"/>
              <a:t> anterior </a:t>
            </a:r>
            <a:r>
              <a:rPr lang="en-US" altLang="pt-BR" dirty="0">
                <a:sym typeface="Symbol" panose="05050102010706020507" pitchFamily="18" charset="2"/>
              </a:rPr>
              <a:t></a:t>
            </a:r>
            <a:r>
              <a:rPr lang="en-US" altLang="pt-BR" dirty="0"/>
              <a:t>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cadeia</a:t>
            </a:r>
            <a:r>
              <a:rPr lang="en-US" altLang="pt-BR" dirty="0"/>
              <a:t> de </a:t>
            </a:r>
            <a:r>
              <a:rPr lang="en-US" altLang="pt-BR" dirty="0" err="1"/>
              <a:t>caracteres</a:t>
            </a:r>
            <a:r>
              <a:rPr lang="en-US" altLang="pt-BR" dirty="0"/>
              <a:t> </a:t>
            </a:r>
            <a:r>
              <a:rPr lang="en-US" altLang="pt-BR" i="1" dirty="0"/>
              <a:t>a</a:t>
            </a:r>
            <a:r>
              <a:rPr lang="en-US" altLang="pt-BR" dirty="0"/>
              <a:t>, de um </a:t>
            </a:r>
            <a:r>
              <a:rPr lang="en-US" altLang="pt-BR" dirty="0" err="1"/>
              <a:t>caracter</a:t>
            </a:r>
            <a:r>
              <a:rPr lang="en-US" altLang="pt-BR" dirty="0"/>
              <a:t> e </a:t>
            </a:r>
            <a:r>
              <a:rPr lang="en-US" altLang="pt-BR" dirty="0" err="1"/>
              <a:t>valores</a:t>
            </a:r>
            <a:r>
              <a:rPr lang="en-US" altLang="pt-BR" dirty="0"/>
              <a:t> para a </a:t>
            </a:r>
            <a:r>
              <a:rPr lang="en-US" altLang="pt-BR" dirty="0" err="1"/>
              <a:t>variável</a:t>
            </a:r>
            <a:r>
              <a:rPr lang="en-US" altLang="pt-BR" dirty="0"/>
              <a:t> </a:t>
            </a:r>
            <a:r>
              <a:rPr lang="en-US" altLang="pt-BR" i="1" dirty="0"/>
              <a:t>c</a:t>
            </a:r>
            <a:r>
              <a:rPr lang="en-US" altLang="pt-BR" dirty="0"/>
              <a:t> que </a:t>
            </a:r>
            <a:r>
              <a:rPr lang="en-US" altLang="pt-BR" dirty="0" err="1"/>
              <a:t>ocorra</a:t>
            </a:r>
            <a:r>
              <a:rPr lang="en-US" altLang="pt-BR" dirty="0"/>
              <a:t> e que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ocorra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</a:t>
            </a:r>
            <a:r>
              <a:rPr lang="en-US" altLang="pt-BR" i="1" dirty="0"/>
              <a:t>a</a:t>
            </a:r>
            <a:r>
              <a:rPr lang="en-US" altLang="pt-BR" dirty="0"/>
              <a:t>);</a:t>
            </a:r>
            <a:endParaRPr lang="en-US" altLang="pt-BR" i="1" dirty="0"/>
          </a:p>
          <a:p>
            <a:pPr lvl="2"/>
            <a:r>
              <a:rPr lang="en-US" altLang="pt-BR" dirty="0" err="1"/>
              <a:t>por</a:t>
            </a:r>
            <a:r>
              <a:rPr lang="en-US" altLang="pt-BR" dirty="0"/>
              <a:t> </a:t>
            </a:r>
            <a:r>
              <a:rPr lang="en-US" altLang="pt-BR" dirty="0" err="1"/>
              <a:t>fim</a:t>
            </a:r>
            <a:r>
              <a:rPr lang="en-US" altLang="pt-BR" dirty="0"/>
              <a:t>, é </a:t>
            </a:r>
            <a:r>
              <a:rPr lang="en-US" altLang="pt-BR" dirty="0" err="1"/>
              <a:t>preciso</a:t>
            </a:r>
            <a:r>
              <a:rPr lang="en-US" altLang="pt-BR" dirty="0"/>
              <a:t> </a:t>
            </a:r>
            <a:r>
              <a:rPr lang="en-US" altLang="pt-BR" dirty="0" err="1"/>
              <a:t>terminar</a:t>
            </a:r>
            <a:r>
              <a:rPr lang="en-US" altLang="pt-BR" dirty="0"/>
              <a:t> o </a:t>
            </a:r>
            <a:r>
              <a:rPr lang="en-US" altLang="pt-BR" i="1" dirty="0"/>
              <a:t>loop</a:t>
            </a:r>
            <a:r>
              <a:rPr lang="en-US" altLang="pt-BR" dirty="0"/>
              <a:t> para </a:t>
            </a:r>
            <a:r>
              <a:rPr lang="en-US" altLang="pt-BR" dirty="0" err="1"/>
              <a:t>executar</a:t>
            </a:r>
            <a:r>
              <a:rPr lang="en-US" altLang="pt-BR" dirty="0"/>
              <a:t> o </a:t>
            </a:r>
            <a:r>
              <a:rPr lang="en-US" altLang="pt-BR" dirty="0" err="1"/>
              <a:t>comando</a:t>
            </a:r>
            <a:r>
              <a:rPr lang="en-US" altLang="pt-BR" dirty="0"/>
              <a:t> </a:t>
            </a:r>
            <a:r>
              <a:rPr lang="en-US" altLang="pt-BR" i="1" dirty="0"/>
              <a:t>end.</a:t>
            </a:r>
          </a:p>
          <a:p>
            <a:pPr lvl="3"/>
            <a:endParaRPr kumimoji="0" lang="en-US" altLang="pt-BR" dirty="0" smtClean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40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184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Alguns</a:t>
            </a:r>
            <a:r>
              <a:rPr lang="en-US" altLang="pt-BR" dirty="0"/>
              <a:t> </a:t>
            </a:r>
            <a:r>
              <a:rPr lang="en-US" altLang="pt-BR" dirty="0" err="1"/>
              <a:t>Critérios</a:t>
            </a:r>
            <a:r>
              <a:rPr lang="en-US" altLang="pt-BR" dirty="0"/>
              <a:t> para Testes </a:t>
            </a:r>
            <a:r>
              <a:rPr lang="en-US" altLang="pt-BR" dirty="0" err="1"/>
              <a:t>Estruturais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4"/>
            <a:ext cx="8242852" cy="2802095"/>
          </a:xfrm>
        </p:spPr>
        <p:txBody>
          <a:bodyPr>
            <a:normAutofit/>
          </a:bodyPr>
          <a:lstStyle/>
          <a:p>
            <a:r>
              <a:rPr lang="en-US" altLang="pt-BR" dirty="0" err="1" smtClean="0"/>
              <a:t>Exemplo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Casos</a:t>
            </a:r>
            <a:r>
              <a:rPr lang="en-US" altLang="pt-BR" dirty="0" smtClean="0"/>
              <a:t> de Testes para o </a:t>
            </a:r>
            <a:r>
              <a:rPr lang="en-US" altLang="pt-BR" dirty="0" err="1" smtClean="0"/>
              <a:t>Critério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Comandos</a:t>
            </a:r>
            <a:r>
              <a:rPr lang="en-US" altLang="pt-BR" dirty="0" smtClean="0"/>
              <a:t> (</a:t>
            </a:r>
            <a:r>
              <a:rPr lang="en-US" altLang="pt-BR" dirty="0" err="1" smtClean="0"/>
              <a:t>Todos-Nós</a:t>
            </a:r>
            <a:r>
              <a:rPr lang="en-US" altLang="pt-BR" dirty="0" smtClean="0"/>
              <a:t>):</a:t>
            </a:r>
          </a:p>
          <a:p>
            <a:pPr lvl="1"/>
            <a:r>
              <a:rPr lang="en-US" altLang="pt-BR" dirty="0"/>
              <a:t>OBSERVAÇÃO: é o </a:t>
            </a:r>
            <a:r>
              <a:rPr lang="en-US" altLang="pt-BR" dirty="0" err="1"/>
              <a:t>nível</a:t>
            </a:r>
            <a:r>
              <a:rPr lang="en-US" altLang="pt-BR" dirty="0"/>
              <a:t> </a:t>
            </a:r>
            <a:r>
              <a:rPr lang="en-US" altLang="pt-BR" dirty="0" err="1"/>
              <a:t>mínimo</a:t>
            </a:r>
            <a:r>
              <a:rPr lang="en-US" altLang="pt-BR" dirty="0"/>
              <a:t> de </a:t>
            </a:r>
            <a:r>
              <a:rPr lang="en-US" altLang="pt-BR" dirty="0" err="1"/>
              <a:t>cobertura</a:t>
            </a:r>
            <a:r>
              <a:rPr lang="en-US" altLang="pt-BR" dirty="0"/>
              <a:t> </a:t>
            </a:r>
            <a:r>
              <a:rPr lang="en-US" altLang="pt-BR" dirty="0" err="1"/>
              <a:t>esperado</a:t>
            </a:r>
            <a:r>
              <a:rPr lang="en-US" altLang="pt-BR" dirty="0"/>
              <a:t> no teste </a:t>
            </a:r>
            <a:r>
              <a:rPr lang="en-US" altLang="pt-BR" dirty="0" err="1" smtClean="0"/>
              <a:t>estrutural</a:t>
            </a:r>
            <a:r>
              <a:rPr lang="en-US" altLang="pt-BR" dirty="0" smtClean="0"/>
              <a:t>.</a:t>
            </a:r>
            <a:endParaRPr lang="en-US" altLang="pt-BR" dirty="0"/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812800" y="3720799"/>
            <a:ext cx="7797800" cy="2070100"/>
            <a:chOff x="584" y="1656"/>
            <a:chExt cx="4912" cy="1304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608" y="1656"/>
              <a:ext cx="4864" cy="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	    entrada		            </a:t>
              </a:r>
              <a:r>
                <a:rPr kumimoji="0" lang="en-US" altLang="pt-BR" sz="1600" dirty="0" err="1"/>
                <a:t>saída</a:t>
              </a:r>
              <a:r>
                <a:rPr kumimoji="0" lang="en-US" altLang="pt-BR" sz="1600" dirty="0"/>
                <a:t> </a:t>
              </a:r>
              <a:r>
                <a:rPr kumimoji="0" lang="en-US" altLang="pt-BR" sz="1600" dirty="0" err="1"/>
                <a:t>esperada</a:t>
              </a:r>
              <a:r>
                <a:rPr kumimoji="0" lang="en-US" altLang="pt-BR" sz="1600" dirty="0"/>
                <a:t>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x         a	          c        </a:t>
              </a:r>
              <a:r>
                <a:rPr kumimoji="0" lang="en-US" altLang="pt-BR" sz="1600" dirty="0" err="1"/>
                <a:t>resposta</a:t>
              </a:r>
              <a:r>
                <a:rPr kumimoji="0" lang="en-US" altLang="pt-BR" sz="1600" dirty="0"/>
                <a:t>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25		                           entre com um </a:t>
              </a:r>
              <a:r>
                <a:rPr kumimoji="0" lang="en-US" altLang="pt-BR" sz="1600" dirty="0" err="1"/>
                <a:t>inteiro</a:t>
              </a:r>
              <a:r>
                <a:rPr kumimoji="0" lang="en-US" altLang="pt-BR" sz="1600" dirty="0"/>
                <a:t> entre 1 e 20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1         x	          x		           o </a:t>
              </a:r>
              <a:r>
                <a:rPr kumimoji="0" lang="en-US" altLang="pt-BR" sz="1600" dirty="0" err="1"/>
                <a:t>caracter</a:t>
              </a:r>
              <a:r>
                <a:rPr kumimoji="0" lang="en-US" altLang="pt-BR" sz="1600" dirty="0"/>
                <a:t> x </a:t>
              </a:r>
              <a:r>
                <a:rPr kumimoji="0" lang="en-US" altLang="pt-BR" sz="1600" dirty="0" err="1"/>
                <a:t>aparece</a:t>
              </a:r>
              <a:r>
                <a:rPr kumimoji="0" lang="en-US" altLang="pt-BR" sz="1600" dirty="0"/>
                <a:t> </a:t>
              </a:r>
              <a:r>
                <a:rPr kumimoji="0" lang="en-US" altLang="pt-BR" sz="1600" dirty="0" err="1"/>
                <a:t>na</a:t>
              </a:r>
              <a:r>
                <a:rPr kumimoji="0" lang="en-US" altLang="pt-BR" sz="1600" dirty="0"/>
                <a:t> </a:t>
              </a:r>
              <a:r>
                <a:rPr kumimoji="0" lang="en-US" altLang="pt-BR" sz="1600" dirty="0" err="1"/>
                <a:t>posicao</a:t>
              </a:r>
              <a:r>
                <a:rPr kumimoji="0" lang="en-US" altLang="pt-BR" sz="1600" dirty="0"/>
                <a:t> 1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		        y	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	          a		           o </a:t>
              </a:r>
              <a:r>
                <a:rPr kumimoji="0" lang="en-US" altLang="pt-BR" sz="1600" dirty="0" err="1"/>
                <a:t>caracter</a:t>
              </a:r>
              <a:r>
                <a:rPr kumimoji="0" lang="en-US" altLang="pt-BR" sz="1600" dirty="0"/>
                <a:t> a </a:t>
              </a:r>
              <a:r>
                <a:rPr kumimoji="0" lang="en-US" altLang="pt-BR" sz="1600" dirty="0" err="1"/>
                <a:t>não</a:t>
              </a:r>
              <a:r>
                <a:rPr kumimoji="0" lang="en-US" altLang="pt-BR" sz="1600" dirty="0"/>
                <a:t> </a:t>
              </a:r>
              <a:r>
                <a:rPr kumimoji="0" lang="en-US" altLang="pt-BR" sz="1600" dirty="0" err="1"/>
                <a:t>ocorre</a:t>
              </a:r>
              <a:r>
                <a:rPr kumimoji="0" lang="en-US" altLang="pt-BR" sz="1600" dirty="0"/>
                <a:t> </a:t>
              </a:r>
              <a:r>
                <a:rPr kumimoji="0" lang="en-US" altLang="pt-BR" sz="1600" dirty="0" err="1"/>
                <a:t>na</a:t>
              </a:r>
              <a:r>
                <a:rPr kumimoji="0" lang="en-US" altLang="pt-BR" sz="1600" dirty="0"/>
                <a:t> string </a:t>
              </a:r>
              <a:r>
                <a:rPr kumimoji="0" lang="en-US" altLang="pt-BR" sz="1600" dirty="0" err="1"/>
                <a:t>fornecida</a:t>
              </a:r>
              <a:r>
                <a:rPr kumimoji="0" lang="en-US" altLang="pt-BR" sz="1600" dirty="0"/>
                <a:t>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 dirty="0"/>
                <a:t>		        n		</a:t>
              </a:r>
            </a:p>
          </p:txBody>
        </p:sp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592" y="2032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592" y="1664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584" y="2952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576" y="1672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832" y="1880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920" y="1888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368" y="1888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592" y="1856"/>
              <a:ext cx="1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90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Alguns</a:t>
            </a:r>
            <a:r>
              <a:rPr lang="en-US" altLang="pt-BR" dirty="0"/>
              <a:t> </a:t>
            </a:r>
            <a:r>
              <a:rPr lang="en-US" altLang="pt-BR" dirty="0" err="1"/>
              <a:t>Critérios</a:t>
            </a:r>
            <a:r>
              <a:rPr lang="en-US" altLang="pt-BR" dirty="0"/>
              <a:t> para Testes </a:t>
            </a:r>
            <a:r>
              <a:rPr lang="en-US" altLang="pt-BR" dirty="0" err="1"/>
              <a:t>Estruturais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401455"/>
            <a:ext cx="8242852" cy="5445911"/>
          </a:xfrm>
        </p:spPr>
        <p:txBody>
          <a:bodyPr>
            <a:normAutofit fontScale="85000" lnSpcReduction="20000"/>
          </a:bodyPr>
          <a:lstStyle/>
          <a:p>
            <a:r>
              <a:rPr lang="en-US" altLang="pt-BR" dirty="0" err="1" smtClean="0"/>
              <a:t>Exemplo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Casos</a:t>
            </a:r>
            <a:r>
              <a:rPr lang="en-US" altLang="pt-BR" dirty="0" smtClean="0"/>
              <a:t> de Testes para o </a:t>
            </a:r>
            <a:r>
              <a:rPr lang="en-US" altLang="pt-BR" dirty="0" err="1" smtClean="0"/>
              <a:t>Critério</a:t>
            </a:r>
            <a:r>
              <a:rPr lang="en-US" altLang="pt-BR" dirty="0" smtClean="0"/>
              <a:t> de Ramos (</a:t>
            </a:r>
            <a:r>
              <a:rPr lang="en-US" altLang="pt-BR" dirty="0" err="1" smtClean="0"/>
              <a:t>Todos</a:t>
            </a:r>
            <a:r>
              <a:rPr lang="en-US" altLang="pt-BR" dirty="0" smtClean="0"/>
              <a:t>-Arcos):</a:t>
            </a:r>
          </a:p>
          <a:p>
            <a:pPr lvl="1"/>
            <a:r>
              <a:rPr kumimoji="0" lang="en-US" altLang="pt-BR" dirty="0" err="1" smtClean="0"/>
              <a:t>Considerando</a:t>
            </a:r>
            <a:r>
              <a:rPr kumimoji="0" lang="en-US" altLang="pt-BR" dirty="0" smtClean="0"/>
              <a:t> o </a:t>
            </a:r>
            <a:r>
              <a:rPr kumimoji="0" lang="en-US" altLang="pt-BR" dirty="0" err="1" smtClean="0"/>
              <a:t>programa</a:t>
            </a:r>
            <a:r>
              <a:rPr kumimoji="0" lang="en-US" altLang="pt-BR" dirty="0" smtClean="0"/>
              <a:t> </a:t>
            </a:r>
            <a:r>
              <a:rPr kumimoji="0" lang="en-US" altLang="pt-BR" dirty="0" err="1" smtClean="0"/>
              <a:t>apresentado</a:t>
            </a:r>
            <a:r>
              <a:rPr kumimoji="0" lang="en-US" altLang="pt-BR" dirty="0" smtClean="0"/>
              <a:t> no slide 36:</a:t>
            </a:r>
          </a:p>
          <a:p>
            <a:pPr lvl="2"/>
            <a:r>
              <a:rPr lang="en-US" altLang="pt-BR" dirty="0"/>
              <a:t>é </a:t>
            </a:r>
            <a:r>
              <a:rPr lang="en-US" altLang="pt-BR" dirty="0" err="1"/>
              <a:t>conveniente</a:t>
            </a:r>
            <a:r>
              <a:rPr lang="en-US" altLang="pt-BR" dirty="0"/>
              <a:t> </a:t>
            </a:r>
            <a:r>
              <a:rPr lang="en-US" altLang="pt-BR" dirty="0" err="1"/>
              <a:t>observar</a:t>
            </a:r>
            <a:r>
              <a:rPr lang="en-US" altLang="pt-BR" dirty="0"/>
              <a:t> o </a:t>
            </a:r>
            <a:r>
              <a:rPr lang="en-US" altLang="pt-BR" dirty="0" err="1"/>
              <a:t>grafo</a:t>
            </a:r>
            <a:r>
              <a:rPr lang="en-US" altLang="pt-BR" dirty="0"/>
              <a:t> do </a:t>
            </a:r>
            <a:r>
              <a:rPr lang="en-US" altLang="pt-BR" dirty="0" err="1"/>
              <a:t>programa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 err="1"/>
              <a:t>observando</a:t>
            </a:r>
            <a:r>
              <a:rPr lang="en-US" altLang="pt-BR" dirty="0"/>
              <a:t> o </a:t>
            </a:r>
            <a:r>
              <a:rPr lang="en-US" altLang="pt-BR" dirty="0" err="1"/>
              <a:t>grafo</a:t>
            </a:r>
            <a:r>
              <a:rPr lang="en-US" altLang="pt-BR" dirty="0"/>
              <a:t>, é </a:t>
            </a:r>
            <a:r>
              <a:rPr lang="en-US" altLang="pt-BR" dirty="0" err="1"/>
              <a:t>necessário</a:t>
            </a:r>
            <a:r>
              <a:rPr lang="en-US" altLang="pt-BR" dirty="0"/>
              <a:t> </a:t>
            </a:r>
            <a:r>
              <a:rPr lang="en-US" altLang="pt-BR" dirty="0" err="1"/>
              <a:t>gerar</a:t>
            </a:r>
            <a:r>
              <a:rPr lang="en-US" altLang="pt-BR" dirty="0"/>
              <a:t> dados de teste que </a:t>
            </a:r>
            <a:r>
              <a:rPr lang="en-US" altLang="pt-BR" dirty="0" err="1"/>
              <a:t>causem</a:t>
            </a:r>
            <a:r>
              <a:rPr lang="en-US" altLang="pt-BR" dirty="0"/>
              <a:t> as </a:t>
            </a:r>
            <a:r>
              <a:rPr lang="en-US" altLang="pt-BR" dirty="0" err="1"/>
              <a:t>duas</a:t>
            </a:r>
            <a:r>
              <a:rPr lang="en-US" altLang="pt-BR" dirty="0"/>
              <a:t> </a:t>
            </a:r>
            <a:r>
              <a:rPr lang="en-US" altLang="pt-BR" dirty="0" err="1"/>
              <a:t>saídas</a:t>
            </a:r>
            <a:r>
              <a:rPr lang="en-US" altLang="pt-BR" dirty="0"/>
              <a:t> </a:t>
            </a:r>
            <a:r>
              <a:rPr lang="en-US" altLang="pt-BR" i="1" dirty="0" err="1"/>
              <a:t>verdadeiro</a:t>
            </a:r>
            <a:r>
              <a:rPr lang="en-US" altLang="pt-BR" dirty="0"/>
              <a:t> e </a:t>
            </a:r>
            <a:r>
              <a:rPr lang="en-US" altLang="pt-BR" i="1" dirty="0" err="1"/>
              <a:t>falso</a:t>
            </a:r>
            <a:r>
              <a:rPr lang="en-US" altLang="pt-BR" dirty="0"/>
              <a:t> que </a:t>
            </a:r>
            <a:r>
              <a:rPr lang="en-US" altLang="pt-BR" dirty="0" err="1"/>
              <a:t>ocorrem</a:t>
            </a:r>
            <a:r>
              <a:rPr lang="en-US" altLang="pt-BR" dirty="0"/>
              <a:t> </a:t>
            </a:r>
            <a:r>
              <a:rPr lang="en-US" altLang="pt-BR" dirty="0" err="1"/>
              <a:t>nos</a:t>
            </a:r>
            <a:r>
              <a:rPr lang="en-US" altLang="pt-BR" dirty="0"/>
              <a:t> </a:t>
            </a:r>
            <a:r>
              <a:rPr lang="en-US" altLang="pt-BR" dirty="0" err="1"/>
              <a:t>nós</a:t>
            </a:r>
            <a:r>
              <a:rPr lang="en-US" altLang="pt-BR" dirty="0"/>
              <a:t> 2, 5, 9, 10, 14 e 17;</a:t>
            </a:r>
          </a:p>
          <a:p>
            <a:pPr lvl="2"/>
            <a:r>
              <a:rPr lang="en-US" altLang="pt-BR" dirty="0"/>
              <a:t>para o </a:t>
            </a:r>
            <a:r>
              <a:rPr lang="en-US" altLang="pt-BR" dirty="0" err="1"/>
              <a:t>nó</a:t>
            </a:r>
            <a:r>
              <a:rPr lang="en-US" altLang="pt-BR" dirty="0"/>
              <a:t> 2, um valor da </a:t>
            </a:r>
            <a:r>
              <a:rPr lang="en-US" altLang="pt-BR" dirty="0" err="1"/>
              <a:t>variável</a:t>
            </a:r>
            <a:r>
              <a:rPr lang="en-US" altLang="pt-BR" dirty="0"/>
              <a:t> </a:t>
            </a:r>
            <a:r>
              <a:rPr lang="en-US" altLang="pt-BR" i="1" dirty="0"/>
              <a:t>x</a:t>
            </a:r>
            <a:r>
              <a:rPr lang="en-US" altLang="pt-BR" dirty="0"/>
              <a:t> </a:t>
            </a:r>
            <a:r>
              <a:rPr lang="en-US" altLang="pt-BR" dirty="0" err="1"/>
              <a:t>menor</a:t>
            </a:r>
            <a:r>
              <a:rPr lang="en-US" altLang="pt-BR" dirty="0"/>
              <a:t> que 1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maior</a:t>
            </a:r>
            <a:r>
              <a:rPr lang="en-US" altLang="pt-BR" dirty="0"/>
              <a:t> que 20 causa a </a:t>
            </a:r>
            <a:r>
              <a:rPr lang="en-US" altLang="pt-BR" dirty="0" err="1"/>
              <a:t>saída</a:t>
            </a:r>
            <a:r>
              <a:rPr lang="en-US" altLang="pt-BR" dirty="0"/>
              <a:t> </a:t>
            </a:r>
            <a:r>
              <a:rPr lang="en-US" altLang="pt-BR" dirty="0" err="1"/>
              <a:t>pelo</a:t>
            </a:r>
            <a:r>
              <a:rPr lang="en-US" altLang="pt-BR" dirty="0"/>
              <a:t> </a:t>
            </a:r>
            <a:r>
              <a:rPr lang="en-US" altLang="pt-BR" dirty="0" err="1"/>
              <a:t>ramo</a:t>
            </a:r>
            <a:r>
              <a:rPr lang="en-US" altLang="pt-BR" dirty="0"/>
              <a:t> </a:t>
            </a:r>
            <a:r>
              <a:rPr lang="en-US" altLang="pt-BR" i="1" dirty="0" err="1"/>
              <a:t>verdadeiro</a:t>
            </a:r>
            <a:r>
              <a:rPr lang="en-US" altLang="pt-BR" dirty="0"/>
              <a:t> e um valor de </a:t>
            </a:r>
            <a:r>
              <a:rPr lang="en-US" altLang="pt-BR" i="1" dirty="0"/>
              <a:t>x</a:t>
            </a:r>
            <a:r>
              <a:rPr lang="en-US" altLang="pt-BR" dirty="0"/>
              <a:t> </a:t>
            </a:r>
            <a:r>
              <a:rPr lang="en-US" altLang="pt-BR" dirty="0" err="1"/>
              <a:t>dentro</a:t>
            </a:r>
            <a:r>
              <a:rPr lang="en-US" altLang="pt-BR" dirty="0"/>
              <a:t> </a:t>
            </a:r>
            <a:r>
              <a:rPr lang="en-US" altLang="pt-BR" dirty="0" err="1"/>
              <a:t>desse</a:t>
            </a:r>
            <a:r>
              <a:rPr lang="en-US" altLang="pt-BR" dirty="0"/>
              <a:t> </a:t>
            </a:r>
            <a:r>
              <a:rPr lang="en-US" altLang="pt-BR" dirty="0" err="1"/>
              <a:t>intervalo</a:t>
            </a:r>
            <a:r>
              <a:rPr lang="en-US" altLang="pt-BR" dirty="0"/>
              <a:t> causa a </a:t>
            </a:r>
            <a:r>
              <a:rPr lang="en-US" altLang="pt-BR" dirty="0" err="1"/>
              <a:t>saída</a:t>
            </a:r>
            <a:r>
              <a:rPr lang="en-US" altLang="pt-BR" dirty="0"/>
              <a:t> </a:t>
            </a:r>
            <a:r>
              <a:rPr lang="en-US" altLang="pt-BR" dirty="0" err="1"/>
              <a:t>pelo</a:t>
            </a:r>
            <a:r>
              <a:rPr lang="en-US" altLang="pt-BR" dirty="0"/>
              <a:t> </a:t>
            </a:r>
            <a:r>
              <a:rPr lang="en-US" altLang="pt-BR" dirty="0" err="1"/>
              <a:t>ramo</a:t>
            </a:r>
            <a:r>
              <a:rPr lang="en-US" altLang="pt-BR" dirty="0"/>
              <a:t> </a:t>
            </a:r>
            <a:r>
              <a:rPr lang="en-US" altLang="pt-BR" i="1" dirty="0" err="1"/>
              <a:t>falso</a:t>
            </a:r>
            <a:r>
              <a:rPr lang="en-US" altLang="pt-BR" i="1" dirty="0"/>
              <a:t>;</a:t>
            </a:r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nó</a:t>
            </a:r>
            <a:r>
              <a:rPr lang="en-US" altLang="pt-BR" dirty="0"/>
              <a:t> 5, </a:t>
            </a:r>
            <a:r>
              <a:rPr lang="en-US" altLang="pt-BR" dirty="0" err="1"/>
              <a:t>comando</a:t>
            </a:r>
            <a:r>
              <a:rPr lang="en-US" altLang="pt-BR" dirty="0"/>
              <a:t> </a:t>
            </a:r>
            <a:r>
              <a:rPr lang="en-US" altLang="pt-BR" i="1" dirty="0"/>
              <a:t>for</a:t>
            </a:r>
            <a:r>
              <a:rPr lang="en-US" altLang="pt-BR" dirty="0"/>
              <a:t> (</a:t>
            </a:r>
            <a:r>
              <a:rPr lang="en-US" altLang="pt-BR" dirty="0" err="1"/>
              <a:t>linha</a:t>
            </a:r>
            <a:r>
              <a:rPr lang="en-US" altLang="pt-BR" dirty="0"/>
              <a:t> 15), </a:t>
            </a:r>
            <a:r>
              <a:rPr lang="en-US" altLang="pt-BR" dirty="0" err="1"/>
              <a:t>terá</a:t>
            </a:r>
            <a:r>
              <a:rPr lang="en-US" altLang="pt-BR" dirty="0"/>
              <a:t> as </a:t>
            </a:r>
            <a:r>
              <a:rPr lang="en-US" altLang="pt-BR" dirty="0" err="1"/>
              <a:t>saídas</a:t>
            </a:r>
            <a:r>
              <a:rPr lang="en-US" altLang="pt-BR" dirty="0"/>
              <a:t> </a:t>
            </a:r>
            <a:r>
              <a:rPr lang="en-US" altLang="pt-BR" i="1" dirty="0" err="1"/>
              <a:t>verdadeiro</a:t>
            </a:r>
            <a:r>
              <a:rPr lang="en-US" altLang="pt-BR" dirty="0"/>
              <a:t> e </a:t>
            </a:r>
            <a:r>
              <a:rPr lang="en-US" altLang="pt-BR" i="1" dirty="0" err="1"/>
              <a:t>falso</a:t>
            </a:r>
            <a:r>
              <a:rPr lang="en-US" altLang="pt-BR" i="1" dirty="0"/>
              <a:t>, </a:t>
            </a:r>
            <a:r>
              <a:rPr lang="en-US" altLang="pt-BR" dirty="0" err="1"/>
              <a:t>desde</a:t>
            </a:r>
            <a:r>
              <a:rPr lang="en-US" altLang="pt-BR" dirty="0"/>
              <a:t> que o valor de </a:t>
            </a:r>
            <a:r>
              <a:rPr lang="en-US" altLang="pt-BR" i="1" dirty="0"/>
              <a:t>x</a:t>
            </a:r>
            <a:r>
              <a:rPr lang="en-US" altLang="pt-BR" dirty="0"/>
              <a:t>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/>
              <a:t>ao</a:t>
            </a:r>
            <a:r>
              <a:rPr lang="en-US" altLang="pt-BR" dirty="0"/>
              <a:t> </a:t>
            </a:r>
            <a:r>
              <a:rPr lang="en-US" altLang="pt-BR" dirty="0" err="1"/>
              <a:t>menos</a:t>
            </a:r>
            <a:r>
              <a:rPr lang="en-US" altLang="pt-BR" dirty="0"/>
              <a:t> 1 (e </a:t>
            </a:r>
            <a:r>
              <a:rPr lang="en-US" altLang="pt-BR" dirty="0" err="1"/>
              <a:t>terá</a:t>
            </a:r>
            <a:r>
              <a:rPr lang="en-US" altLang="pt-BR" dirty="0"/>
              <a:t> que </a:t>
            </a:r>
            <a:r>
              <a:rPr lang="en-US" altLang="pt-BR" dirty="0" err="1"/>
              <a:t>ser</a:t>
            </a:r>
            <a:r>
              <a:rPr lang="en-US" altLang="pt-BR" dirty="0"/>
              <a:t> para </a:t>
            </a:r>
            <a:r>
              <a:rPr lang="en-US" altLang="pt-BR" dirty="0" err="1"/>
              <a:t>chegar</a:t>
            </a:r>
            <a:r>
              <a:rPr lang="en-US" altLang="pt-BR" dirty="0"/>
              <a:t> </a:t>
            </a:r>
            <a:r>
              <a:rPr lang="en-US" altLang="pt-BR" dirty="0" err="1"/>
              <a:t>nesse</a:t>
            </a:r>
            <a:r>
              <a:rPr lang="en-US" altLang="pt-BR" dirty="0"/>
              <a:t> </a:t>
            </a:r>
            <a:r>
              <a:rPr lang="en-US" altLang="pt-BR" dirty="0" err="1"/>
              <a:t>ponto</a:t>
            </a:r>
            <a:r>
              <a:rPr lang="en-US" altLang="pt-BR" dirty="0" smtClean="0"/>
              <a:t>);</a:t>
            </a:r>
          </a:p>
          <a:p>
            <a:pPr lvl="2"/>
            <a:r>
              <a:rPr lang="en-US" altLang="pt-BR" dirty="0"/>
              <a:t>para o </a:t>
            </a:r>
            <a:r>
              <a:rPr lang="en-US" altLang="pt-BR" dirty="0" err="1"/>
              <a:t>nó</a:t>
            </a:r>
            <a:r>
              <a:rPr lang="en-US" altLang="pt-BR" dirty="0"/>
              <a:t> 9, loop </a:t>
            </a:r>
            <a:r>
              <a:rPr lang="en-US" altLang="pt-BR" i="1" dirty="0"/>
              <a:t>while</a:t>
            </a:r>
            <a:r>
              <a:rPr lang="en-US" altLang="pt-BR" dirty="0"/>
              <a:t> (</a:t>
            </a:r>
            <a:r>
              <a:rPr lang="en-US" altLang="pt-BR" dirty="0" err="1"/>
              <a:t>linha</a:t>
            </a:r>
            <a:r>
              <a:rPr lang="en-US" altLang="pt-BR" dirty="0"/>
              <a:t> 23), a </a:t>
            </a:r>
            <a:r>
              <a:rPr lang="en-US" altLang="pt-BR" dirty="0" err="1"/>
              <a:t>saída</a:t>
            </a:r>
            <a:r>
              <a:rPr lang="en-US" altLang="pt-BR" dirty="0"/>
              <a:t> </a:t>
            </a:r>
            <a:r>
              <a:rPr lang="en-US" altLang="pt-BR" i="1" dirty="0" err="1"/>
              <a:t>verdadeiro</a:t>
            </a:r>
            <a:r>
              <a:rPr lang="en-US" altLang="pt-BR" dirty="0"/>
              <a:t> (</a:t>
            </a:r>
            <a:r>
              <a:rPr lang="en-US" altLang="pt-BR" dirty="0" err="1"/>
              <a:t>arco</a:t>
            </a:r>
            <a:r>
              <a:rPr lang="en-US" altLang="pt-BR" dirty="0"/>
              <a:t> k) é </a:t>
            </a:r>
            <a:r>
              <a:rPr lang="en-US" altLang="pt-BR" dirty="0" err="1"/>
              <a:t>garantida</a:t>
            </a:r>
            <a:r>
              <a:rPr lang="en-US" altLang="pt-BR" dirty="0"/>
              <a:t> </a:t>
            </a:r>
            <a:r>
              <a:rPr lang="en-US" altLang="pt-BR" dirty="0" err="1"/>
              <a:t>devido</a:t>
            </a:r>
            <a:r>
              <a:rPr lang="en-US" altLang="pt-BR" dirty="0"/>
              <a:t> </a:t>
            </a:r>
            <a:r>
              <a:rPr lang="en-US" altLang="pt-BR" dirty="0" err="1"/>
              <a:t>aos</a:t>
            </a:r>
            <a:r>
              <a:rPr lang="en-US" altLang="pt-BR" dirty="0"/>
              <a:t> </a:t>
            </a:r>
            <a:r>
              <a:rPr lang="en-US" altLang="pt-BR" dirty="0" err="1"/>
              <a:t>comandos</a:t>
            </a:r>
            <a:r>
              <a:rPr lang="en-US" altLang="pt-BR" dirty="0"/>
              <a:t> das </a:t>
            </a:r>
            <a:r>
              <a:rPr lang="en-US" altLang="pt-BR" dirty="0" err="1"/>
              <a:t>linhas</a:t>
            </a:r>
            <a:r>
              <a:rPr lang="en-US" altLang="pt-BR" dirty="0"/>
              <a:t> 21 e 22; a </a:t>
            </a:r>
            <a:r>
              <a:rPr lang="en-US" altLang="pt-BR" dirty="0" err="1"/>
              <a:t>saída</a:t>
            </a:r>
            <a:r>
              <a:rPr lang="en-US" altLang="pt-BR" dirty="0"/>
              <a:t> </a:t>
            </a:r>
            <a:r>
              <a:rPr lang="en-US" altLang="pt-BR" i="1" dirty="0" err="1"/>
              <a:t>falso</a:t>
            </a:r>
            <a:r>
              <a:rPr lang="en-US" altLang="pt-BR" dirty="0"/>
              <a:t> (</a:t>
            </a:r>
            <a:r>
              <a:rPr lang="en-US" altLang="pt-BR" dirty="0" err="1"/>
              <a:t>arco</a:t>
            </a:r>
            <a:r>
              <a:rPr lang="en-US" altLang="pt-BR" dirty="0"/>
              <a:t> q) é </a:t>
            </a:r>
            <a:r>
              <a:rPr lang="en-US" altLang="pt-BR" dirty="0" err="1"/>
              <a:t>garantida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quando</a:t>
            </a:r>
            <a:r>
              <a:rPr lang="en-US" altLang="pt-BR" dirty="0"/>
              <a:t> o </a:t>
            </a:r>
            <a:r>
              <a:rPr lang="en-US" altLang="pt-BR" dirty="0" err="1"/>
              <a:t>caracter</a:t>
            </a:r>
            <a:r>
              <a:rPr lang="en-US" altLang="pt-BR" dirty="0"/>
              <a:t> que </a:t>
            </a:r>
            <a:r>
              <a:rPr lang="en-US" altLang="pt-BR" dirty="0" err="1"/>
              <a:t>está</a:t>
            </a:r>
            <a:r>
              <a:rPr lang="en-US" altLang="pt-BR" dirty="0"/>
              <a:t> </a:t>
            </a:r>
            <a:r>
              <a:rPr lang="en-US" altLang="pt-BR" dirty="0" err="1"/>
              <a:t>sendo</a:t>
            </a:r>
            <a:r>
              <a:rPr lang="en-US" altLang="pt-BR" dirty="0"/>
              <a:t> </a:t>
            </a:r>
            <a:r>
              <a:rPr lang="en-US" altLang="pt-BR" dirty="0" err="1"/>
              <a:t>procurado</a:t>
            </a:r>
            <a:r>
              <a:rPr lang="en-US" altLang="pt-BR" dirty="0"/>
              <a:t> é </a:t>
            </a:r>
            <a:r>
              <a:rPr lang="en-US" altLang="pt-BR" dirty="0" err="1"/>
              <a:t>encontrado</a:t>
            </a:r>
            <a:r>
              <a:rPr lang="en-US" altLang="pt-BR" dirty="0"/>
              <a:t> 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quando</a:t>
            </a:r>
            <a:r>
              <a:rPr lang="en-US" altLang="pt-BR" dirty="0"/>
              <a:t> o final da </a:t>
            </a:r>
            <a:r>
              <a:rPr lang="en-US" altLang="pt-BR" dirty="0" err="1"/>
              <a:t>cadeia</a:t>
            </a:r>
            <a:r>
              <a:rPr lang="en-US" altLang="pt-BR" dirty="0"/>
              <a:t> é </a:t>
            </a:r>
            <a:r>
              <a:rPr lang="en-US" altLang="pt-BR" dirty="0" err="1"/>
              <a:t>encontrado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nó</a:t>
            </a:r>
            <a:r>
              <a:rPr lang="en-US" altLang="pt-BR" dirty="0"/>
              <a:t> 10, </a:t>
            </a:r>
            <a:r>
              <a:rPr lang="en-US" altLang="pt-BR" i="1" dirty="0"/>
              <a:t>if</a:t>
            </a:r>
            <a:r>
              <a:rPr lang="en-US" altLang="pt-BR" dirty="0"/>
              <a:t> (</a:t>
            </a:r>
            <a:r>
              <a:rPr lang="en-US" altLang="pt-BR" dirty="0" err="1"/>
              <a:t>linha</a:t>
            </a:r>
            <a:r>
              <a:rPr lang="en-US" altLang="pt-BR" dirty="0"/>
              <a:t> 25), </a:t>
            </a:r>
            <a:r>
              <a:rPr lang="en-US" altLang="pt-BR" dirty="0" err="1"/>
              <a:t>requer</a:t>
            </a:r>
            <a:r>
              <a:rPr lang="en-US" altLang="pt-BR" dirty="0"/>
              <a:t>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comparação</a:t>
            </a:r>
            <a:r>
              <a:rPr lang="en-US" altLang="pt-BR" dirty="0"/>
              <a:t> que </a:t>
            </a:r>
            <a:r>
              <a:rPr lang="en-US" altLang="pt-BR" dirty="0" err="1"/>
              <a:t>encontre</a:t>
            </a:r>
            <a:r>
              <a:rPr lang="en-US" altLang="pt-BR" dirty="0"/>
              <a:t> o </a:t>
            </a:r>
            <a:r>
              <a:rPr lang="en-US" altLang="pt-BR" dirty="0" err="1"/>
              <a:t>caracter</a:t>
            </a:r>
            <a:r>
              <a:rPr lang="en-US" altLang="pt-BR" dirty="0"/>
              <a:t> que </a:t>
            </a:r>
            <a:r>
              <a:rPr lang="en-US" altLang="pt-BR" dirty="0" err="1"/>
              <a:t>está</a:t>
            </a:r>
            <a:r>
              <a:rPr lang="en-US" altLang="pt-BR" dirty="0"/>
              <a:t> </a:t>
            </a:r>
            <a:r>
              <a:rPr lang="en-US" altLang="pt-BR" dirty="0" err="1"/>
              <a:t>sendo</a:t>
            </a:r>
            <a:r>
              <a:rPr lang="en-US" altLang="pt-BR" dirty="0"/>
              <a:t> </a:t>
            </a:r>
            <a:r>
              <a:rPr lang="en-US" altLang="pt-BR" dirty="0" err="1"/>
              <a:t>procurado</a:t>
            </a:r>
            <a:r>
              <a:rPr lang="en-US" altLang="pt-BR" dirty="0"/>
              <a:t> (arcos l, n) e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outra</a:t>
            </a:r>
            <a:r>
              <a:rPr lang="en-US" altLang="pt-BR" dirty="0"/>
              <a:t> que cause o </a:t>
            </a:r>
            <a:r>
              <a:rPr lang="en-US" altLang="pt-BR" dirty="0" err="1"/>
              <a:t>incremento</a:t>
            </a:r>
            <a:r>
              <a:rPr lang="en-US" altLang="pt-BR" dirty="0"/>
              <a:t> de </a:t>
            </a:r>
            <a:r>
              <a:rPr lang="en-US" altLang="pt-BR" i="1" dirty="0" err="1"/>
              <a:t>i</a:t>
            </a:r>
            <a:r>
              <a:rPr lang="en-US" altLang="pt-BR" dirty="0"/>
              <a:t> (arcos m, o);</a:t>
            </a:r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nó</a:t>
            </a:r>
            <a:r>
              <a:rPr lang="en-US" altLang="pt-BR" dirty="0"/>
              <a:t> 14 (</a:t>
            </a:r>
            <a:r>
              <a:rPr lang="en-US" altLang="pt-BR" dirty="0" err="1"/>
              <a:t>linha</a:t>
            </a:r>
            <a:r>
              <a:rPr lang="en-US" altLang="pt-BR" dirty="0"/>
              <a:t> 30) </a:t>
            </a:r>
            <a:r>
              <a:rPr lang="en-US" altLang="pt-BR" dirty="0" err="1"/>
              <a:t>precisa</a:t>
            </a:r>
            <a:r>
              <a:rPr lang="en-US" altLang="pt-BR" dirty="0"/>
              <a:t> de um </a:t>
            </a:r>
            <a:r>
              <a:rPr lang="en-US" altLang="pt-BR" dirty="0" err="1"/>
              <a:t>caracter</a:t>
            </a:r>
            <a:r>
              <a:rPr lang="en-US" altLang="pt-BR" dirty="0"/>
              <a:t> que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/>
              <a:t>encontrado</a:t>
            </a:r>
            <a:r>
              <a:rPr lang="en-US" altLang="pt-BR" dirty="0"/>
              <a:t> e um outro que </a:t>
            </a:r>
            <a:r>
              <a:rPr lang="en-US" altLang="pt-BR" dirty="0" err="1"/>
              <a:t>não</a:t>
            </a:r>
            <a:r>
              <a:rPr lang="en-US" altLang="pt-BR" dirty="0"/>
              <a:t>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/>
              <a:t>encontrado</a:t>
            </a:r>
            <a:r>
              <a:rPr lang="en-US" altLang="pt-BR" dirty="0"/>
              <a:t>;</a:t>
            </a:r>
            <a:endParaRPr lang="en-US" altLang="pt-BR" i="1" dirty="0"/>
          </a:p>
          <a:p>
            <a:pPr lvl="2"/>
            <a:r>
              <a:rPr lang="en-US" altLang="pt-BR" dirty="0"/>
              <a:t>o </a:t>
            </a:r>
            <a:r>
              <a:rPr lang="en-US" altLang="pt-BR" dirty="0" err="1"/>
              <a:t>nó</a:t>
            </a:r>
            <a:r>
              <a:rPr lang="en-US" altLang="pt-BR" dirty="0"/>
              <a:t> 17 </a:t>
            </a:r>
            <a:r>
              <a:rPr lang="en-US" altLang="pt-BR" dirty="0" err="1"/>
              <a:t>requer</a:t>
            </a:r>
            <a:r>
              <a:rPr lang="en-US" altLang="pt-BR" dirty="0"/>
              <a:t> </a:t>
            </a:r>
            <a:r>
              <a:rPr lang="en-US" altLang="pt-BR" dirty="0" err="1"/>
              <a:t>pelo</a:t>
            </a:r>
            <a:r>
              <a:rPr lang="en-US" altLang="pt-BR" dirty="0"/>
              <a:t> </a:t>
            </a:r>
            <a:r>
              <a:rPr lang="en-US" altLang="pt-BR" dirty="0" err="1"/>
              <a:t>menos</a:t>
            </a:r>
            <a:r>
              <a:rPr lang="en-US" altLang="pt-BR" dirty="0"/>
              <a:t> </a:t>
            </a:r>
            <a:r>
              <a:rPr lang="en-US" altLang="pt-BR" dirty="0" err="1"/>
              <a:t>mais</a:t>
            </a:r>
            <a:r>
              <a:rPr lang="en-US" altLang="pt-BR" dirty="0"/>
              <a:t>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iteração</a:t>
            </a:r>
            <a:r>
              <a:rPr lang="en-US" altLang="pt-BR" dirty="0"/>
              <a:t> do loop </a:t>
            </a:r>
            <a:r>
              <a:rPr lang="en-US" altLang="pt-BR" i="1" dirty="0"/>
              <a:t>repeat</a:t>
            </a:r>
            <a:r>
              <a:rPr lang="en-US" altLang="pt-BR" dirty="0"/>
              <a:t> (</a:t>
            </a:r>
            <a:r>
              <a:rPr lang="en-US" altLang="pt-BR" dirty="0" err="1"/>
              <a:t>arco</a:t>
            </a:r>
            <a:r>
              <a:rPr lang="en-US" altLang="pt-BR" dirty="0"/>
              <a:t> r) antes que o final do </a:t>
            </a:r>
            <a:r>
              <a:rPr lang="en-US" altLang="pt-BR" dirty="0" err="1"/>
              <a:t>programa</a:t>
            </a:r>
            <a:r>
              <a:rPr lang="en-US" altLang="pt-BR" dirty="0"/>
              <a:t> </a:t>
            </a:r>
            <a:r>
              <a:rPr lang="en-US" altLang="pt-BR" dirty="0" err="1"/>
              <a:t>seja</a:t>
            </a:r>
            <a:r>
              <a:rPr lang="en-US" altLang="pt-BR" dirty="0"/>
              <a:t> </a:t>
            </a:r>
            <a:r>
              <a:rPr lang="en-US" altLang="pt-BR" dirty="0" err="1"/>
              <a:t>encontrado</a:t>
            </a:r>
            <a:r>
              <a:rPr lang="en-US" altLang="pt-BR" dirty="0"/>
              <a:t> (</a:t>
            </a:r>
            <a:r>
              <a:rPr lang="en-US" altLang="pt-BR" dirty="0" err="1"/>
              <a:t>arco</a:t>
            </a:r>
            <a:r>
              <a:rPr lang="en-US" altLang="pt-BR" dirty="0"/>
              <a:t> w).</a:t>
            </a:r>
          </a:p>
          <a:p>
            <a:pPr lvl="3"/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42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00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pt-BR" dirty="0" err="1"/>
              <a:t>Alguns</a:t>
            </a:r>
            <a:r>
              <a:rPr lang="en-US" altLang="pt-BR" dirty="0"/>
              <a:t> </a:t>
            </a:r>
            <a:r>
              <a:rPr lang="en-US" altLang="pt-BR" dirty="0" err="1"/>
              <a:t>Critérios</a:t>
            </a:r>
            <a:r>
              <a:rPr lang="en-US" altLang="pt-BR" dirty="0"/>
              <a:t> para Testes </a:t>
            </a:r>
            <a:r>
              <a:rPr lang="en-US" altLang="pt-BR" dirty="0" err="1"/>
              <a:t>Estruturais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669774"/>
            <a:ext cx="8242852" cy="2802095"/>
          </a:xfrm>
        </p:spPr>
        <p:txBody>
          <a:bodyPr>
            <a:normAutofit/>
          </a:bodyPr>
          <a:lstStyle/>
          <a:p>
            <a:r>
              <a:rPr lang="en-US" altLang="pt-BR" dirty="0" err="1" smtClean="0"/>
              <a:t>Exemplo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Casos</a:t>
            </a:r>
            <a:r>
              <a:rPr lang="en-US" altLang="pt-BR" dirty="0" smtClean="0"/>
              <a:t> de Testes para o </a:t>
            </a:r>
            <a:r>
              <a:rPr lang="en-US" altLang="pt-BR" dirty="0" err="1" smtClean="0"/>
              <a:t>Critério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Comandos</a:t>
            </a:r>
            <a:r>
              <a:rPr lang="en-US" altLang="pt-BR" dirty="0" smtClean="0"/>
              <a:t> (</a:t>
            </a:r>
            <a:r>
              <a:rPr lang="en-US" altLang="pt-BR" dirty="0" err="1" smtClean="0"/>
              <a:t>Todos-Nós</a:t>
            </a:r>
            <a:r>
              <a:rPr lang="en-US" altLang="pt-BR" dirty="0" smtClean="0"/>
              <a:t>):</a:t>
            </a:r>
          </a:p>
          <a:p>
            <a:pPr lvl="1"/>
            <a:r>
              <a:rPr lang="en-US" altLang="pt-BR" dirty="0" smtClean="0"/>
              <a:t>OBSERVAÇÕES:</a:t>
            </a:r>
          </a:p>
          <a:p>
            <a:pPr lvl="2"/>
            <a:r>
              <a:rPr lang="en-US" altLang="pt-BR" dirty="0" smtClean="0"/>
              <a:t>o </a:t>
            </a:r>
            <a:r>
              <a:rPr lang="en-US" altLang="pt-BR" dirty="0" err="1"/>
              <a:t>conjunto</a:t>
            </a:r>
            <a:r>
              <a:rPr lang="en-US" altLang="pt-BR" dirty="0"/>
              <a:t> de dados de testes é o </a:t>
            </a:r>
            <a:r>
              <a:rPr lang="en-US" altLang="pt-BR" dirty="0" err="1"/>
              <a:t>mesmo</a:t>
            </a:r>
            <a:r>
              <a:rPr lang="en-US" altLang="pt-BR" dirty="0"/>
              <a:t> do Teste de </a:t>
            </a:r>
            <a:r>
              <a:rPr lang="en-US" altLang="pt-BR" dirty="0" err="1"/>
              <a:t>Comandos</a:t>
            </a:r>
            <a:r>
              <a:rPr lang="en-US" altLang="pt-BR" dirty="0"/>
              <a:t>, mas </a:t>
            </a:r>
            <a:r>
              <a:rPr lang="en-US" altLang="pt-BR" dirty="0" err="1"/>
              <a:t>neste</a:t>
            </a:r>
            <a:r>
              <a:rPr lang="en-US" altLang="pt-BR" dirty="0"/>
              <a:t>, o </a:t>
            </a:r>
            <a:r>
              <a:rPr lang="en-US" altLang="pt-BR" dirty="0" err="1"/>
              <a:t>caracter</a:t>
            </a:r>
            <a:r>
              <a:rPr lang="en-US" altLang="pt-BR" dirty="0"/>
              <a:t> </a:t>
            </a:r>
            <a:r>
              <a:rPr lang="en-US" altLang="pt-BR" i="1" dirty="0"/>
              <a:t>a</a:t>
            </a:r>
            <a:r>
              <a:rPr lang="en-US" altLang="pt-BR" dirty="0"/>
              <a:t> </a:t>
            </a:r>
            <a:r>
              <a:rPr lang="en-US" altLang="pt-BR" dirty="0" err="1"/>
              <a:t>poderia</a:t>
            </a:r>
            <a:r>
              <a:rPr lang="en-US" altLang="pt-BR" dirty="0"/>
              <a:t> </a:t>
            </a:r>
            <a:r>
              <a:rPr lang="en-US" altLang="pt-BR" dirty="0" err="1"/>
              <a:t>ser</a:t>
            </a:r>
            <a:r>
              <a:rPr lang="en-US" altLang="pt-BR" dirty="0"/>
              <a:t> </a:t>
            </a:r>
            <a:r>
              <a:rPr lang="en-US" altLang="pt-BR" dirty="0" err="1"/>
              <a:t>fornecido</a:t>
            </a:r>
            <a:r>
              <a:rPr lang="en-US" altLang="pt-BR" dirty="0"/>
              <a:t> </a:t>
            </a:r>
            <a:r>
              <a:rPr lang="en-US" altLang="pt-BR" dirty="0" err="1" smtClean="0"/>
              <a:t>por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meio</a:t>
            </a:r>
            <a:r>
              <a:rPr lang="en-US" altLang="pt-BR" dirty="0" smtClean="0"/>
              <a:t> de </a:t>
            </a:r>
            <a:r>
              <a:rPr lang="en-US" altLang="pt-BR" dirty="0" err="1"/>
              <a:t>outra</a:t>
            </a:r>
            <a:r>
              <a:rPr lang="en-US" altLang="pt-BR" dirty="0"/>
              <a:t> </a:t>
            </a:r>
            <a:r>
              <a:rPr lang="en-US" altLang="pt-BR" dirty="0" err="1"/>
              <a:t>execução</a:t>
            </a:r>
            <a:r>
              <a:rPr lang="en-US" altLang="pt-BR" dirty="0"/>
              <a:t> do </a:t>
            </a:r>
            <a:r>
              <a:rPr lang="en-US" altLang="pt-BR" dirty="0" err="1"/>
              <a:t>programa</a:t>
            </a:r>
            <a:r>
              <a:rPr lang="en-US" altLang="pt-BR" dirty="0"/>
              <a:t>;</a:t>
            </a:r>
          </a:p>
          <a:p>
            <a:pPr lvl="2"/>
            <a:r>
              <a:rPr lang="en-US" altLang="pt-BR" dirty="0" err="1"/>
              <a:t>já</a:t>
            </a:r>
            <a:r>
              <a:rPr lang="en-US" altLang="pt-BR" dirty="0"/>
              <a:t> no Teste de Ramos, a </a:t>
            </a:r>
            <a:r>
              <a:rPr lang="en-US" altLang="pt-BR" dirty="0" err="1"/>
              <a:t>execução</a:t>
            </a:r>
            <a:r>
              <a:rPr lang="en-US" altLang="pt-BR" dirty="0"/>
              <a:t> do loop </a:t>
            </a:r>
            <a:r>
              <a:rPr lang="en-US" altLang="pt-BR" i="1" dirty="0"/>
              <a:t>repeat </a:t>
            </a:r>
            <a:r>
              <a:rPr lang="en-US" altLang="pt-BR" dirty="0"/>
              <a:t>é </a:t>
            </a:r>
            <a:r>
              <a:rPr lang="en-US" altLang="pt-BR" dirty="0" err="1" smtClean="0"/>
              <a:t>obrigatória</a:t>
            </a:r>
            <a:r>
              <a:rPr lang="en-US" altLang="pt-BR" dirty="0" smtClean="0"/>
              <a:t>.</a:t>
            </a:r>
            <a:endParaRPr lang="en-US" altLang="pt-BR" dirty="0"/>
          </a:p>
        </p:txBody>
      </p:sp>
      <p:grpSp>
        <p:nvGrpSpPr>
          <p:cNvPr id="15" name="Group 3"/>
          <p:cNvGrpSpPr>
            <a:grpSpLocks/>
          </p:cNvGrpSpPr>
          <p:nvPr/>
        </p:nvGrpSpPr>
        <p:grpSpPr bwMode="auto">
          <a:xfrm>
            <a:off x="838495" y="4628707"/>
            <a:ext cx="7797800" cy="2070100"/>
            <a:chOff x="584" y="1656"/>
            <a:chExt cx="4912" cy="1304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608" y="1656"/>
              <a:ext cx="4864" cy="1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	    entrada		            saída esperada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x         a	          c        resposta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25		                           entre com um inteiro entre 1 e 20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1         x	          x		           o caracter x aparece na posicao 1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		        y	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	          a		           o caracter a não ocorre na string fornecida	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pt-BR" sz="1600"/>
                <a:t>		        n		</a:t>
              </a: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592" y="2032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592" y="1664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584" y="2952"/>
              <a:ext cx="4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8"/>
            <p:cNvSpPr>
              <a:spLocks noChangeShapeType="1"/>
            </p:cNvSpPr>
            <p:nvPr/>
          </p:nvSpPr>
          <p:spPr bwMode="auto">
            <a:xfrm>
              <a:off x="2576" y="1672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1832" y="1880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920" y="1888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1368" y="1888"/>
              <a:ext cx="0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592" y="1856"/>
              <a:ext cx="1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98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Técnica Estrutural - Exercícios</a:t>
            </a:r>
            <a:endParaRPr lang="en-US" altLang="pt-BR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Faça os algoritmos para os exercícios especificados para o teste funcional, e defina casos de testes, utilizando os critérios de </a:t>
            </a:r>
            <a:r>
              <a:rPr lang="pt-BR" dirty="0" err="1"/>
              <a:t>Todos-Nós</a:t>
            </a:r>
            <a:r>
              <a:rPr lang="pt-BR" dirty="0"/>
              <a:t> </a:t>
            </a:r>
            <a:r>
              <a:rPr lang="pt-BR" dirty="0" smtClean="0"/>
              <a:t>ou </a:t>
            </a:r>
            <a:r>
              <a:rPr lang="pt-BR" dirty="0"/>
              <a:t>Todos-Arcos da técnica estrutural.</a:t>
            </a:r>
            <a:endParaRPr lang="en-US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029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8"/>
    </mc:Choice>
    <mc:Fallback xmlns="">
      <p:transition spd="slow" advTm="5538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>
          <a:xfrm>
            <a:off x="1028700" y="1443038"/>
            <a:ext cx="7697857" cy="5118018"/>
          </a:xfrm>
        </p:spPr>
        <p:txBody>
          <a:bodyPr>
            <a:normAutofit fontScale="77500" lnSpcReduction="20000"/>
          </a:bodyPr>
          <a:lstStyle/>
          <a:p>
            <a:r>
              <a:rPr lang="pt-BR" altLang="pt-BR" dirty="0"/>
              <a:t>Baseadas na intuição e na experiência da engenheiro de software:</a:t>
            </a:r>
          </a:p>
          <a:p>
            <a:pPr lvl="1"/>
            <a:r>
              <a:rPr lang="pt-BR" altLang="pt-BR" b="1" dirty="0"/>
              <a:t>teste ad hoc</a:t>
            </a:r>
            <a:r>
              <a:rPr lang="pt-BR" altLang="pt-BR" dirty="0"/>
              <a:t>: os testes são derivados, confiando na habilidade do engenheiro de software, intuição, e experiência com programas similares. O teste ad hoc pode ser útil para identificar testes especiais, aqueles não facilmente capturados por técnicas formalizadas</a:t>
            </a:r>
            <a:r>
              <a:rPr lang="pt-BR" altLang="pt-BR" dirty="0" smtClean="0"/>
              <a:t>.</a:t>
            </a:r>
          </a:p>
          <a:p>
            <a:pPr lvl="2"/>
            <a:r>
              <a:rPr lang="pt-BR" dirty="0"/>
              <a:t>O teste </a:t>
            </a:r>
            <a:r>
              <a:rPr lang="pt-BR" i="1" dirty="0" err="1"/>
              <a:t>ad-hoc</a:t>
            </a:r>
            <a:r>
              <a:rPr lang="pt-BR" dirty="0"/>
              <a:t>, também conhecido como </a:t>
            </a:r>
            <a:r>
              <a:rPr lang="pt-BR" i="1" dirty="0" err="1"/>
              <a:t>free</a:t>
            </a:r>
            <a:r>
              <a:rPr lang="pt-BR" i="1" dirty="0"/>
              <a:t> </a:t>
            </a:r>
            <a:r>
              <a:rPr lang="pt-BR" i="1" dirty="0" err="1"/>
              <a:t>style</a:t>
            </a:r>
            <a:r>
              <a:rPr lang="pt-BR" dirty="0"/>
              <a:t>, pois o testador se sente a vontade para fazer o que quiser, visa explorar o sistema sem nenhum planejamento definido, sem um resultado esperado, neste caso os bugs são descobertos por acaso</a:t>
            </a:r>
            <a:r>
              <a:rPr lang="pt-BR" dirty="0" smtClean="0"/>
              <a:t>.</a:t>
            </a:r>
          </a:p>
          <a:p>
            <a:pPr lvl="2"/>
            <a:r>
              <a:rPr lang="pt-BR" dirty="0"/>
              <a:t>O teste </a:t>
            </a:r>
            <a:r>
              <a:rPr lang="pt-BR" i="1" dirty="0" err="1"/>
              <a:t>ad-hoc</a:t>
            </a:r>
            <a:r>
              <a:rPr lang="pt-BR" dirty="0"/>
              <a:t> exige muito mais experiência e criatividade do testador, porém é mais passível a insucessos.</a:t>
            </a:r>
            <a:endParaRPr lang="pt-BR" altLang="pt-BR" dirty="0"/>
          </a:p>
          <a:p>
            <a:pPr lvl="1"/>
            <a:r>
              <a:rPr lang="pt-BR" altLang="pt-BR" b="1" dirty="0"/>
              <a:t>Teste exploratório</a:t>
            </a:r>
            <a:r>
              <a:rPr lang="pt-BR" altLang="pt-BR" dirty="0"/>
              <a:t> - não são definidos antecipadamente em um plano de teste estabelecido, mas são dinamicamente projetados, executados, e modificados. </a:t>
            </a:r>
            <a:endParaRPr lang="pt-BR" altLang="pt-BR" dirty="0" smtClean="0"/>
          </a:p>
          <a:p>
            <a:pPr lvl="2"/>
            <a:r>
              <a:rPr lang="pt-BR" dirty="0" smtClean="0"/>
              <a:t>São </a:t>
            </a:r>
            <a:r>
              <a:rPr lang="pt-BR" dirty="0"/>
              <a:t>estruturados e possuem um planejamento definido para as áreas sensíveis do software. </a:t>
            </a:r>
            <a:endParaRPr lang="pt-BR" dirty="0" smtClean="0"/>
          </a:p>
          <a:p>
            <a:pPr lvl="2"/>
            <a:r>
              <a:rPr lang="pt-BR" dirty="0" smtClean="0"/>
              <a:t>Os </a:t>
            </a:r>
            <a:r>
              <a:rPr lang="pt-BR" dirty="0"/>
              <a:t>bugs não são encontrados por “acidente”, mas sim, </a:t>
            </a:r>
            <a:r>
              <a:rPr lang="pt-BR" dirty="0" smtClean="0"/>
              <a:t>por meio </a:t>
            </a:r>
            <a:r>
              <a:rPr lang="pt-BR" dirty="0"/>
              <a:t>de uma elaboração detalhada e específica do testador. </a:t>
            </a:r>
            <a:endParaRPr lang="pt-BR" dirty="0" smtClean="0"/>
          </a:p>
          <a:p>
            <a:pPr lvl="2"/>
            <a:r>
              <a:rPr lang="pt-BR" dirty="0" smtClean="0"/>
              <a:t>Para </a:t>
            </a:r>
            <a:r>
              <a:rPr lang="pt-BR" dirty="0"/>
              <a:t>ter um melhor aproveitamento na exploração, é necessário ter um conhecimento prévio do produto além de identificar os pontos fracos do software. </a:t>
            </a:r>
            <a:endParaRPr lang="pt-BR" dirty="0" smtClean="0"/>
          </a:p>
          <a:p>
            <a:pPr lvl="2"/>
            <a:r>
              <a:rPr lang="pt-BR" dirty="0" smtClean="0"/>
              <a:t>O </a:t>
            </a:r>
            <a:r>
              <a:rPr lang="pt-BR" dirty="0"/>
              <a:t>planejamento é feito usando o feedback do último teste para executar o próximo.</a:t>
            </a:r>
            <a:endParaRPr lang="pt-BR" altLang="pt-BR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143125" y="160889"/>
            <a:ext cx="6715125" cy="509381"/>
          </a:xfrm>
        </p:spPr>
        <p:txBody>
          <a:bodyPr>
            <a:normAutofit fontScale="90000"/>
          </a:bodyPr>
          <a:lstStyle/>
          <a:p>
            <a:r>
              <a:rPr lang="pt-BR" altLang="pt-BR" dirty="0" smtClean="0"/>
              <a:t>Outras técnicas </a:t>
            </a:r>
            <a:r>
              <a:rPr lang="pt-BR" altLang="pt-BR" dirty="0"/>
              <a:t>de </a:t>
            </a:r>
            <a:r>
              <a:rPr lang="pt-BR" altLang="pt-BR" dirty="0" smtClean="0"/>
              <a:t>Testes</a:t>
            </a:r>
            <a:endParaRPr lang="pt-BR" altLang="pt-BR" sz="300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324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06"/>
    </mc:Choice>
    <mc:Fallback xmlns="">
      <p:transition spd="slow" advTm="29806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>
          <a:xfrm>
            <a:off x="1028700" y="1271588"/>
            <a:ext cx="7697857" cy="5289468"/>
          </a:xfrm>
        </p:spPr>
        <p:txBody>
          <a:bodyPr>
            <a:normAutofit/>
          </a:bodyPr>
          <a:lstStyle/>
          <a:p>
            <a:r>
              <a:rPr lang="pt-BR" altLang="pt-BR" dirty="0" smtClean="0"/>
              <a:t>Baseadas </a:t>
            </a:r>
            <a:r>
              <a:rPr lang="pt-BR" altLang="pt-BR" dirty="0"/>
              <a:t>em falhas - planejam os casos de testes de forma a revelar categorias de falhas predefinidas ou prováveis. </a:t>
            </a:r>
          </a:p>
          <a:p>
            <a:pPr lvl="1"/>
            <a:r>
              <a:rPr lang="pt-BR" altLang="pt-BR" b="1" dirty="0"/>
              <a:t>Suposição do erro </a:t>
            </a:r>
            <a:r>
              <a:rPr lang="pt-BR" altLang="pt-BR" dirty="0"/>
              <a:t>– os casos de teste são projetados, considerando as falhas mais comuns de acontecer em um programa.</a:t>
            </a:r>
          </a:p>
          <a:p>
            <a:pPr lvl="1"/>
            <a:r>
              <a:rPr lang="pt-BR" altLang="pt-BR" b="1" dirty="0"/>
              <a:t>Teste de mutação </a:t>
            </a:r>
            <a:r>
              <a:rPr lang="pt-BR" altLang="pt-BR" dirty="0"/>
              <a:t>- Um mutante é uma versão ligeiramente modificada do programa sob o teste, diferindo dele por uma mudança pequena, sintática. Cada caso de teste exercita o original e todos os mutantes gerados: se um caso de teste é bem sucedido em identificar a diferença entre o programa e um mutante, o último seria “destruído”. 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46</a:t>
            </a:fld>
            <a:endParaRPr lang="en-US" altLang="pt-BR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143125" y="160889"/>
            <a:ext cx="6715125" cy="509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ctr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pt-BR" altLang="pt-BR" smtClean="0"/>
              <a:t>Outras técnicas de Testes</a:t>
            </a: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214325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06"/>
    </mc:Choice>
    <mc:Fallback xmlns="">
      <p:transition spd="slow" advTm="29806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Espaço Reservado para Conteúdo 2"/>
          <p:cNvSpPr>
            <a:spLocks noGrp="1"/>
          </p:cNvSpPr>
          <p:nvPr>
            <p:ph idx="1"/>
          </p:nvPr>
        </p:nvSpPr>
        <p:spPr>
          <a:xfrm>
            <a:off x="675861" y="1171575"/>
            <a:ext cx="8242852" cy="5281811"/>
          </a:xfrm>
        </p:spPr>
        <p:txBody>
          <a:bodyPr>
            <a:normAutofit/>
          </a:bodyPr>
          <a:lstStyle/>
          <a:p>
            <a:r>
              <a:rPr lang="pt-BR" altLang="pt-BR" dirty="0"/>
              <a:t>Baseadas em uso:</a:t>
            </a:r>
          </a:p>
          <a:p>
            <a:pPr lvl="1"/>
            <a:r>
              <a:rPr lang="pt-BR" altLang="pt-BR" b="1" dirty="0"/>
              <a:t>Perfil operacional </a:t>
            </a:r>
            <a:r>
              <a:rPr lang="pt-BR" altLang="pt-BR" dirty="0"/>
              <a:t>- No teste para a avaliação da confiabilidade, o ambiente de teste deve reproduzir o ambiente operacional dos software tão próximo como possível. A ideia é inferir, dos resultados da análise observados, a confiabilidade futura do software quando no uso real. </a:t>
            </a:r>
            <a:endParaRPr lang="pt-BR" altLang="pt-BR" dirty="0" smtClean="0"/>
          </a:p>
          <a:p>
            <a:pPr lvl="2"/>
            <a:r>
              <a:rPr lang="pt-BR" dirty="0"/>
              <a:t>Um perfil </a:t>
            </a:r>
            <a:r>
              <a:rPr lang="pt-BR" dirty="0" smtClean="0"/>
              <a:t>operacional </a:t>
            </a:r>
            <a:r>
              <a:rPr lang="pt-BR" dirty="0"/>
              <a:t>é um conjunto completo de </a:t>
            </a:r>
            <a:r>
              <a:rPr lang="pt-BR" dirty="0" smtClean="0"/>
              <a:t>operações </a:t>
            </a:r>
            <a:r>
              <a:rPr lang="pt-BR" dirty="0"/>
              <a:t>com suas respectivas </a:t>
            </a:r>
            <a:r>
              <a:rPr lang="pt-BR" dirty="0" smtClean="0"/>
              <a:t>probabilidades </a:t>
            </a:r>
            <a:r>
              <a:rPr lang="pt-BR" dirty="0"/>
              <a:t>de </a:t>
            </a:r>
            <a:r>
              <a:rPr lang="pt-BR" dirty="0" smtClean="0"/>
              <a:t>ocorrência.</a:t>
            </a:r>
            <a:endParaRPr lang="pt-BR" dirty="0"/>
          </a:p>
          <a:p>
            <a:pPr lvl="1"/>
            <a:r>
              <a:rPr lang="pt-BR" altLang="pt-BR" b="1" dirty="0" smtClean="0"/>
              <a:t>Teste projetado da confiabilidade de software </a:t>
            </a:r>
            <a:r>
              <a:rPr lang="pt-BR" altLang="pt-BR" dirty="0" smtClean="0"/>
              <a:t>(SRET) - é um método de teste que abrange o processo de desenvolvimento inteiro, em que o teste é projetado visando avaliar a confiabilidade e criticidade das funções do sistema.</a:t>
            </a:r>
            <a:endParaRPr lang="pt-BR" alt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47</a:t>
            </a:fld>
            <a:endParaRPr lang="en-US" altLang="pt-BR"/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2143125" y="160889"/>
            <a:ext cx="6715125" cy="509381"/>
          </a:xfrm>
        </p:spPr>
        <p:txBody>
          <a:bodyPr>
            <a:normAutofit fontScale="90000"/>
          </a:bodyPr>
          <a:lstStyle/>
          <a:p>
            <a:r>
              <a:rPr lang="pt-BR" altLang="pt-BR" dirty="0" smtClean="0"/>
              <a:t>Outras técnicas </a:t>
            </a:r>
            <a:r>
              <a:rPr lang="pt-BR" altLang="pt-BR" dirty="0"/>
              <a:t>de </a:t>
            </a:r>
            <a:r>
              <a:rPr lang="pt-BR" altLang="pt-BR" dirty="0" smtClean="0"/>
              <a:t>Testes</a:t>
            </a: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159006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6"/>
    </mc:Choice>
    <mc:Fallback xmlns="">
      <p:transition spd="slow" advTm="4846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>
          <a:xfrm>
            <a:off x="675861" y="1343025"/>
            <a:ext cx="8242852" cy="5110361"/>
          </a:xfrm>
        </p:spPr>
        <p:txBody>
          <a:bodyPr>
            <a:normAutofit/>
          </a:bodyPr>
          <a:lstStyle/>
          <a:p>
            <a:r>
              <a:rPr lang="pt-BR" altLang="pt-BR" dirty="0"/>
              <a:t>Baseadas na natureza da aplicação -  para alguns tipos das aplicações, algum </a:t>
            </a:r>
            <a:r>
              <a:rPr lang="pt-BR" altLang="pt-BR" i="1" dirty="0"/>
              <a:t>know-how</a:t>
            </a:r>
            <a:r>
              <a:rPr lang="pt-BR" altLang="pt-BR" dirty="0"/>
              <a:t> adicional é exigido para a derivação do teste. Como exemplo:</a:t>
            </a:r>
          </a:p>
          <a:p>
            <a:pPr lvl="1"/>
            <a:r>
              <a:rPr lang="pt-BR" altLang="pt-BR" dirty="0"/>
              <a:t>Teste orientado ao objeto;</a:t>
            </a:r>
          </a:p>
          <a:p>
            <a:pPr lvl="1"/>
            <a:r>
              <a:rPr lang="pt-BR" altLang="pt-BR" dirty="0"/>
              <a:t>Teste baseado no componente;</a:t>
            </a:r>
          </a:p>
          <a:p>
            <a:pPr lvl="1"/>
            <a:r>
              <a:rPr lang="pt-BR" altLang="pt-BR" dirty="0"/>
              <a:t>Teste web;</a:t>
            </a:r>
          </a:p>
          <a:p>
            <a:pPr lvl="1"/>
            <a:r>
              <a:rPr lang="pt-BR" altLang="pt-BR" dirty="0"/>
              <a:t>Teste de sistemas de tempo real;</a:t>
            </a:r>
          </a:p>
          <a:p>
            <a:pPr lvl="1"/>
            <a:r>
              <a:rPr lang="pt-BR" altLang="pt-BR" dirty="0"/>
              <a:t>Teste dos sistemas segurança críticos;</a:t>
            </a:r>
          </a:p>
          <a:p>
            <a:pPr lvl="1"/>
            <a:r>
              <a:rPr lang="pt-BR" altLang="pt-BR" dirty="0"/>
              <a:t>E outros.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48</a:t>
            </a:fld>
            <a:endParaRPr lang="en-US" altLang="pt-BR"/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2143125" y="160889"/>
            <a:ext cx="6715125" cy="509381"/>
          </a:xfrm>
        </p:spPr>
        <p:txBody>
          <a:bodyPr>
            <a:normAutofit fontScale="90000"/>
          </a:bodyPr>
          <a:lstStyle/>
          <a:p>
            <a:r>
              <a:rPr lang="pt-BR" altLang="pt-BR" dirty="0" smtClean="0"/>
              <a:t>Outras técnicas </a:t>
            </a:r>
            <a:r>
              <a:rPr lang="pt-BR" altLang="pt-BR" dirty="0"/>
              <a:t>de </a:t>
            </a:r>
            <a:r>
              <a:rPr lang="pt-BR" altLang="pt-BR" dirty="0" smtClean="0"/>
              <a:t>Testes</a:t>
            </a:r>
            <a:endParaRPr lang="pt-BR" altLang="pt-BR" sz="3000" dirty="0"/>
          </a:p>
        </p:txBody>
      </p:sp>
    </p:spTree>
    <p:extLst>
      <p:ext uri="{BB962C8B-B14F-4D97-AF65-F5344CB8AC3E}">
        <p14:creationId xmlns:p14="http://schemas.microsoft.com/office/powerpoint/2010/main" val="53055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84"/>
    </mc:Choice>
    <mc:Fallback xmlns="">
      <p:transition spd="slow" advTm="5784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BOURQUE, P.; FAIRLEY, R. E. </a:t>
            </a:r>
            <a:r>
              <a:rPr lang="en-US" b="1" dirty="0"/>
              <a:t>Guide to the Software Engineering - Body of Knowledge.</a:t>
            </a:r>
            <a:r>
              <a:rPr lang="en-US" dirty="0"/>
              <a:t> 3. ed. New Jersey: IEEE Computer Society, 2014. </a:t>
            </a:r>
          </a:p>
          <a:p>
            <a:r>
              <a:rPr lang="en-US" dirty="0"/>
              <a:t>PAULA FILHO, W. P. </a:t>
            </a:r>
            <a:r>
              <a:rPr lang="en-US" b="1" dirty="0" err="1"/>
              <a:t>Engenharia</a:t>
            </a:r>
            <a:r>
              <a:rPr lang="en-US" b="1" dirty="0"/>
              <a:t> de software: </a:t>
            </a:r>
            <a:r>
              <a:rPr lang="en-US" b="1" dirty="0" err="1"/>
              <a:t>Funcamentos</a:t>
            </a:r>
            <a:r>
              <a:rPr lang="en-US" b="1" dirty="0"/>
              <a:t>,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padrões</a:t>
            </a:r>
            <a:r>
              <a:rPr lang="en-US" b="1" dirty="0"/>
              <a:t>.  </a:t>
            </a:r>
            <a:r>
              <a:rPr lang="en-US" dirty="0"/>
              <a:t>2. ed. Rio de Janeiro: LTC, 2003.</a:t>
            </a:r>
          </a:p>
          <a:p>
            <a:r>
              <a:rPr lang="en-US" dirty="0"/>
              <a:t>PRESSMAN, R. S. </a:t>
            </a:r>
            <a:r>
              <a:rPr lang="en-US" b="1" dirty="0" err="1"/>
              <a:t>Engenharia</a:t>
            </a:r>
            <a:r>
              <a:rPr lang="en-US" b="1" dirty="0"/>
              <a:t> de software</a:t>
            </a:r>
            <a:r>
              <a:rPr lang="en-US" dirty="0"/>
              <a:t>. </a:t>
            </a:r>
            <a:r>
              <a:rPr lang="en-US" dirty="0" err="1"/>
              <a:t>Tradução</a:t>
            </a:r>
            <a:r>
              <a:rPr lang="en-US" dirty="0"/>
              <a:t>: </a:t>
            </a:r>
            <a:r>
              <a:rPr lang="en-US" dirty="0" err="1"/>
              <a:t>Rosangela</a:t>
            </a:r>
            <a:r>
              <a:rPr lang="en-US" dirty="0"/>
              <a:t> </a:t>
            </a:r>
            <a:r>
              <a:rPr lang="en-US" dirty="0" err="1"/>
              <a:t>Delloso</a:t>
            </a:r>
            <a:r>
              <a:rPr lang="en-US" dirty="0"/>
              <a:t> </a:t>
            </a:r>
            <a:r>
              <a:rPr lang="en-US" dirty="0" err="1"/>
              <a:t>Penteado</a:t>
            </a:r>
            <a:r>
              <a:rPr lang="en-US" dirty="0"/>
              <a:t>, </a:t>
            </a:r>
            <a:r>
              <a:rPr lang="en-US" dirty="0" err="1"/>
              <a:t>revisao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</a:t>
            </a:r>
            <a:r>
              <a:rPr lang="en-US" dirty="0" err="1"/>
              <a:t>Fernão</a:t>
            </a:r>
            <a:r>
              <a:rPr lang="en-US" dirty="0"/>
              <a:t> Stella R. </a:t>
            </a:r>
            <a:r>
              <a:rPr lang="en-US" dirty="0" err="1"/>
              <a:t>Germano</a:t>
            </a:r>
            <a:r>
              <a:rPr lang="en-US" dirty="0"/>
              <a:t>, José Carlos </a:t>
            </a:r>
            <a:r>
              <a:rPr lang="en-US" dirty="0" err="1"/>
              <a:t>Maldonato</a:t>
            </a:r>
            <a:r>
              <a:rPr lang="en-US" dirty="0"/>
              <a:t>, Paulo Cesar </a:t>
            </a:r>
            <a:r>
              <a:rPr lang="en-US" dirty="0" err="1"/>
              <a:t>Masiero</a:t>
            </a:r>
            <a:r>
              <a:rPr lang="en-US" dirty="0"/>
              <a:t>. 6. ed. São Paulo: McGraw-Hill, 2006.</a:t>
            </a:r>
            <a:r>
              <a:rPr lang="pt-BR" dirty="0"/>
              <a:t> </a:t>
            </a:r>
          </a:p>
          <a:p>
            <a:r>
              <a:rPr lang="pt-BR" dirty="0"/>
              <a:t>SOMMERVILLE, I. </a:t>
            </a:r>
            <a:r>
              <a:rPr lang="pt-BR" b="1" dirty="0"/>
              <a:t>Engenharia de software</a:t>
            </a:r>
            <a:r>
              <a:rPr lang="pt-BR" dirty="0"/>
              <a:t>. Tradução: André Maurício de Andrade Ribeiro; revisão técnica </a:t>
            </a:r>
            <a:r>
              <a:rPr lang="pt-BR" dirty="0" err="1"/>
              <a:t>Kechi</a:t>
            </a:r>
            <a:r>
              <a:rPr lang="pt-BR" dirty="0"/>
              <a:t> </a:t>
            </a:r>
            <a:r>
              <a:rPr lang="pt-BR" dirty="0" err="1"/>
              <a:t>Hirama</a:t>
            </a:r>
            <a:r>
              <a:rPr lang="pt-BR" dirty="0"/>
              <a:t>. 6. ed. São Paulo: Pearson </a:t>
            </a:r>
            <a:r>
              <a:rPr lang="pt-BR" dirty="0" err="1"/>
              <a:t>Addison</a:t>
            </a:r>
            <a:r>
              <a:rPr lang="pt-BR" dirty="0"/>
              <a:t> </a:t>
            </a:r>
            <a:r>
              <a:rPr lang="pt-BR" dirty="0" err="1"/>
              <a:t>Wesleyt</a:t>
            </a:r>
            <a:r>
              <a:rPr lang="pt-BR" dirty="0"/>
              <a:t>, 2003.</a:t>
            </a:r>
          </a:p>
          <a:p>
            <a:r>
              <a:rPr lang="pt-BR" dirty="0"/>
              <a:t>WAZLAWICK, R. S. </a:t>
            </a:r>
            <a:r>
              <a:rPr lang="pt-BR" b="1" dirty="0"/>
              <a:t>Engenharia de software: conceitos e práticas</a:t>
            </a:r>
            <a:r>
              <a:rPr lang="pt-BR" dirty="0"/>
              <a:t>. 1. ed. Rio de Janeiro: </a:t>
            </a:r>
            <a:r>
              <a:rPr lang="pt-BR" dirty="0" err="1"/>
              <a:t>Elsevier</a:t>
            </a:r>
            <a:r>
              <a:rPr lang="pt-BR" dirty="0"/>
              <a:t>, 2013.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pt-BR" smtClean="0"/>
              <a:t>Débora Pelicano Diniz</a:t>
            </a:r>
            <a:endParaRPr lang="en-US" altLang="pt-BR" sz="140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17E6-ED1C-441F-8F75-50D1DEC5CC6E}" type="slidenum">
              <a:rPr lang="en-US" altLang="pt-BR" smtClean="0"/>
              <a:pPr/>
              <a:t>49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375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32"/>
    </mc:Choice>
    <mc:Fallback xmlns="">
      <p:transition spd="slow" advTm="17632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Cortar</Template>
  <TotalTime>3002</TotalTime>
  <Words>3746</Words>
  <Application>Microsoft Office PowerPoint</Application>
  <PresentationFormat>Apresentação na tela (4:3)</PresentationFormat>
  <Paragraphs>789</Paragraphs>
  <Slides>49</Slides>
  <Notes>4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7" baseType="lpstr">
      <vt:lpstr>Arial</vt:lpstr>
      <vt:lpstr>Calibri</vt:lpstr>
      <vt:lpstr>Franklin Gothic Book</vt:lpstr>
      <vt:lpstr>Monotype Sorts</vt:lpstr>
      <vt:lpstr>Symbol</vt:lpstr>
      <vt:lpstr>Times New Roman</vt:lpstr>
      <vt:lpstr>Crop</vt:lpstr>
      <vt:lpstr>Imagem de Bitmap</vt:lpstr>
      <vt:lpstr>Técnicas de testes de software</vt:lpstr>
      <vt:lpstr>SQA no Processo de Desenvolvimento</vt:lpstr>
      <vt:lpstr>Testes de Software</vt:lpstr>
      <vt:lpstr>Testes de Software</vt:lpstr>
      <vt:lpstr>Técnicas de Testes de Software</vt:lpstr>
      <vt:lpstr>Técnicas de Testes - Classificação</vt:lpstr>
      <vt:lpstr>Técnica de Teste Funcional ou Caixa Preta</vt:lpstr>
      <vt:lpstr>Técnica de Teste Funcional ou Caixa Preta</vt:lpstr>
      <vt:lpstr>Particionamento em Classes de Equivalência </vt:lpstr>
      <vt:lpstr>Particionamento em Classes de Equivalência - exemplo</vt:lpstr>
      <vt:lpstr>Particionamento em Classes de Equivalência - exemplo</vt:lpstr>
      <vt:lpstr>Particionamento em Classes de Equivalência </vt:lpstr>
      <vt:lpstr>Análise do Valor Limite </vt:lpstr>
      <vt:lpstr>Análise do Valor Limite - exemplo</vt:lpstr>
      <vt:lpstr>Análise do Valor Limite - exemplo</vt:lpstr>
      <vt:lpstr>Análise Causa-Efeito</vt:lpstr>
      <vt:lpstr>Análise Causa-efeito – Árvore de decisão</vt:lpstr>
      <vt:lpstr>Análise Causa-efeito – Árvore de decisão</vt:lpstr>
      <vt:lpstr>Análise Causa-efeito – Tabela de decisão</vt:lpstr>
      <vt:lpstr>Análise Causa-efeito – Tabela de decisão</vt:lpstr>
      <vt:lpstr>Análise Causa-efeito – Exemplo</vt:lpstr>
      <vt:lpstr>Análise Causa-efeito – Exemplo</vt:lpstr>
      <vt:lpstr>Análise Causa-efeito – Exemplo – Tabela simplificada</vt:lpstr>
      <vt:lpstr>Técnica Funcional - exercícios</vt:lpstr>
      <vt:lpstr>Técnica Funcional - exercícios</vt:lpstr>
      <vt:lpstr>Técnica Funcional - exercícios</vt:lpstr>
      <vt:lpstr>Técnica Funcional - exercícios</vt:lpstr>
      <vt:lpstr>Técnica Funcional - exercícios</vt:lpstr>
      <vt:lpstr>Técnica de Testes Estrutural ou Caixa Branca</vt:lpstr>
      <vt:lpstr>Técnica de Testes Estrutural ou Caixa Branca</vt:lpstr>
      <vt:lpstr>Grafo de Fluxo de Controle</vt:lpstr>
      <vt:lpstr>Grafo de Fluxo de Controle</vt:lpstr>
      <vt:lpstr>Grafo de Fluxo de Controle</vt:lpstr>
      <vt:lpstr>Grafo de Fluxo de Controle</vt:lpstr>
      <vt:lpstr>Grafo de Fluxo de Controle</vt:lpstr>
      <vt:lpstr>Grafo de Fluxo de Controle</vt:lpstr>
      <vt:lpstr>Grafo de Fluxo de Controle - exemplo</vt:lpstr>
      <vt:lpstr>Grafo de Fluxo de Controle - exercício</vt:lpstr>
      <vt:lpstr>Alguns Critérios para Testes Estruturais</vt:lpstr>
      <vt:lpstr>Alguns Critérios para Testes Estruturais</vt:lpstr>
      <vt:lpstr>Alguns Critérios para Testes Estruturais</vt:lpstr>
      <vt:lpstr>Alguns Critérios para Testes Estruturais</vt:lpstr>
      <vt:lpstr>Alguns Critérios para Testes Estruturais</vt:lpstr>
      <vt:lpstr>Técnica Estrutural - Exercícios</vt:lpstr>
      <vt:lpstr>Outras técnicas de Testes</vt:lpstr>
      <vt:lpstr>Apresentação do PowerPoint</vt:lpstr>
      <vt:lpstr>Outras técnicas de Testes</vt:lpstr>
      <vt:lpstr>Outras técnicas de Testes</vt:lpstr>
      <vt:lpstr>Referências</vt:lpstr>
    </vt:vector>
  </TitlesOfParts>
  <Company>pessoal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E VALIDAÇÃO DE SOFTWARE</dc:title>
  <dc:creator>Glauco</dc:creator>
  <cp:lastModifiedBy>Lucas Diniz Tavares</cp:lastModifiedBy>
  <cp:revision>221</cp:revision>
  <cp:lastPrinted>2020-04-08T19:35:03Z</cp:lastPrinted>
  <dcterms:created xsi:type="dcterms:W3CDTF">1998-08-25T02:58:08Z</dcterms:created>
  <dcterms:modified xsi:type="dcterms:W3CDTF">2021-04-06T23:39:26Z</dcterms:modified>
</cp:coreProperties>
</file>