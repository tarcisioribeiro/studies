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18"/>
  </p:handoutMasterIdLst>
  <p:sldIdLst>
    <p:sldId id="256" r:id="rId3"/>
    <p:sldId id="274" r:id="rId4"/>
    <p:sldId id="275" r:id="rId5"/>
    <p:sldId id="276" r:id="rId6"/>
    <p:sldId id="273" r:id="rId8"/>
    <p:sldId id="270" r:id="rId9"/>
    <p:sldId id="271" r:id="rId10"/>
    <p:sldId id="272" r:id="rId11"/>
    <p:sldId id="269" r:id="rId12"/>
    <p:sldId id="264" r:id="rId13"/>
    <p:sldId id="265" r:id="rId14"/>
    <p:sldId id="266" r:id="rId15"/>
    <p:sldId id="267" r:id="rId16"/>
    <p:sldId id="268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ço Reservado para Imagem de Slide 1"/>
          <p:cNvSpPr/>
          <p:nvPr>
            <p:ph type="sldImg" idx="2"/>
          </p:nvPr>
        </p:nvSpPr>
        <p:spPr/>
      </p:sp>
      <p:sp>
        <p:nvSpPr>
          <p:cNvPr id="3" name="Espaço Reservado para Texto 2"/>
          <p:cNvSpPr/>
          <p:nvPr>
            <p:ph type="body" idx="3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true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true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true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false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true" noChangeAspect="true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true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true"/>
          <p:cNvCxnSpPr/>
          <p:nvPr userDrawn="true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true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true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/>
              <a:t>Desenvolvimento de Jogos Digitais II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p>
            <a:r>
              <a:rPr lang="pt-PT" altLang="en-US"/>
              <a:t>Ely Prado</a:t>
            </a:r>
            <a:endParaRPr lang="pt-PT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Unity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true"/>
          </p:cNvSpPr>
          <p:nvPr>
            <p:ph idx="1"/>
          </p:nvPr>
        </p:nvSpPr>
        <p:spPr/>
        <p:txBody>
          <a:bodyPr/>
          <a:p>
            <a:r>
              <a:rPr lang="pt-PT" altLang="pt-BR"/>
              <a:t>A Unity permite que você compile e publique seus jogos em diversas plataformas:</a:t>
            </a:r>
            <a:endParaRPr lang="pt-PT" altLang="pt-BR"/>
          </a:p>
          <a:p>
            <a:r>
              <a:rPr lang="pt-PT" altLang="pt-BR"/>
              <a:t>PC, Mac, and Linux Standalone</a:t>
            </a:r>
            <a:endParaRPr lang="pt-PT" altLang="pt-BR"/>
          </a:p>
          <a:p>
            <a:r>
              <a:rPr lang="pt-PT" altLang="pt-BR"/>
              <a:t>tvOS</a:t>
            </a:r>
            <a:endParaRPr lang="pt-PT" altLang="pt-BR"/>
          </a:p>
          <a:p>
            <a:r>
              <a:rPr lang="pt-PT" altLang="pt-BR">
                <a:sym typeface="+mn-ea"/>
              </a:rPr>
              <a:t>Lumin Magic Leap (óculos de realidade virtual)</a:t>
            </a:r>
            <a:endParaRPr lang="pt-PT" altLang="pt-BR"/>
          </a:p>
          <a:p>
            <a:r>
              <a:rPr lang="pt-PT" altLang="pt-BR"/>
              <a:t>iOS</a:t>
            </a:r>
            <a:endParaRPr lang="pt-PT" altLang="pt-BR"/>
          </a:p>
          <a:p>
            <a:r>
              <a:rPr lang="pt-PT" altLang="pt-BR"/>
              <a:t>Android</a:t>
            </a:r>
            <a:endParaRPr lang="pt-PT" altLang="pt-BR"/>
          </a:p>
          <a:p>
            <a:r>
              <a:rPr lang="pt-PT" altLang="pt-BR"/>
              <a:t>WebGL</a:t>
            </a:r>
            <a:endParaRPr lang="pt-PT" altLang="pt-BR"/>
          </a:p>
          <a:p>
            <a:r>
              <a:rPr lang="pt-PT" altLang="pt-BR"/>
              <a:t>PlayStation 4, Xbox One e Nintendo Switch</a:t>
            </a:r>
            <a:endParaRPr lang="pt-PT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sp>
        <p:nvSpPr>
          <p:cNvPr id="3" name="Espaço Reservado para Conteúdo 2"/>
          <p:cNvSpPr>
            <a:spLocks noGrp="true"/>
          </p:cNvSpPr>
          <p:nvPr>
            <p:ph idx="1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Espaço Reservado para Conteúdo 3"/>
          <p:cNvPicPr>
            <a:picLocks noChangeAspect="true"/>
          </p:cNvPicPr>
          <p:nvPr>
            <p:ph idx="1"/>
          </p:nvPr>
        </p:nvPicPr>
        <p:blipFill>
          <a:blip r:embed="rId1"/>
          <a:srcRect l="4975" t="9762" r="39092" b="29306"/>
          <a:stretch>
            <a:fillRect/>
          </a:stretch>
        </p:blipFill>
        <p:spPr>
          <a:xfrm>
            <a:off x="478155" y="-14605"/>
            <a:ext cx="11236325" cy="6886575"/>
          </a:xfrm>
          <a:prstGeom prst="rect">
            <a:avLst/>
          </a:prstGeom>
        </p:spPr>
      </p:pic>
      <p:sp>
        <p:nvSpPr>
          <p:cNvPr id="5" name="Caixa de Texto 4"/>
          <p:cNvSpPr txBox="true"/>
          <p:nvPr/>
        </p:nvSpPr>
        <p:spPr>
          <a:xfrm>
            <a:off x="6168391" y="283845"/>
            <a:ext cx="55467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pt-BR" altLang="en-US"/>
              <a:t>https://www.statista.com/statistics/869224/worldwide-software-developer-working-hours/</a:t>
            </a:r>
            <a:endParaRPr lang="pt-B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3"/>
          <p:cNvSpPr>
            <a:spLocks noGrp="true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pt-PT" altLang="pt-BR"/>
              <a:t>Compilador para Android</a:t>
            </a:r>
            <a:endParaRPr lang="pt-PT" altLang="pt-BR"/>
          </a:p>
        </p:txBody>
      </p:sp>
      <p:sp>
        <p:nvSpPr>
          <p:cNvPr id="5" name="Subtítulo 4"/>
          <p:cNvSpPr>
            <a:spLocks noGrp="true"/>
          </p:cNvSpPr>
          <p:nvPr>
            <p:ph type="subTitle" idx="1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Espaço Reservado para Conteúdo 3"/>
          <p:cNvPicPr>
            <a:picLocks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9730" y="109855"/>
            <a:ext cx="10559415" cy="6724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Espaço Reservado para Conteúdo 3"/>
          <p:cNvPicPr>
            <a:picLocks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47700" y="258445"/>
            <a:ext cx="10246995" cy="6525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Espaço Reservado para Conteúdo 3"/>
          <p:cNvPicPr>
            <a:picLocks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5815" y="60325"/>
            <a:ext cx="10581005" cy="67379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ítulo 3"/>
          <p:cNvSpPr>
            <a:spLocks noGrp="true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pt-PT" altLang="pt-BR"/>
              <a:t>Controle Touch Screen</a:t>
            </a:r>
            <a:endParaRPr lang="pt-PT" altLang="pt-BR"/>
          </a:p>
        </p:txBody>
      </p:sp>
      <p:sp>
        <p:nvSpPr>
          <p:cNvPr id="5" name="Subtítulo 4"/>
          <p:cNvSpPr>
            <a:spLocks noGrp="true"/>
          </p:cNvSpPr>
          <p:nvPr>
            <p:ph type="subTitle" idx="1"/>
          </p:nvPr>
        </p:nvSpPr>
        <p:spPr/>
        <p:txBody>
          <a:bodyPr/>
          <a:p>
            <a:endParaRPr lang="pt-B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Espaço Reservado para Conteúdo 3"/>
          <p:cNvPicPr>
            <a:picLocks noChangeAspect="true"/>
          </p:cNvPicPr>
          <p:nvPr>
            <p:ph idx="1"/>
          </p:nvPr>
        </p:nvPicPr>
        <p:blipFill>
          <a:blip r:embed="rId1"/>
          <a:srcRect l="10158" t="54896" r="7750"/>
          <a:stretch>
            <a:fillRect/>
          </a:stretch>
        </p:blipFill>
        <p:spPr>
          <a:xfrm>
            <a:off x="36830" y="27940"/>
            <a:ext cx="12077065" cy="68433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Script: EventoBotao.cs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true"/>
          </p:cNvSpPr>
          <p:nvPr>
            <p:ph idx="1"/>
          </p:nvPr>
        </p:nvSpPr>
        <p:spPr>
          <a:xfrm>
            <a:off x="647700" y="1355725"/>
            <a:ext cx="10515600" cy="542290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using UnityEngine;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using System.Collections;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using UnityEngine.EventSystems;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public class EventoBotao : MonoBehaviour, IPointerDownHandler, IPointerUpHandler {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    public bool buttonPressed;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    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    public void OnPointerDown(PointerEventData eventData){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        buttonPressed = true;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    }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    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    public void OnPointerUp(PointerEventData eventData){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        buttonPressed = false;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    }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FreeMono" panose="020F0409020205020404" charset="0"/>
                <a:cs typeface="FreeMono" panose="020F0409020205020404" charset="0"/>
              </a:rPr>
              <a:t>}</a:t>
            </a:r>
            <a:endParaRPr lang="pt-BR" altLang="en-US" b="1">
              <a:latin typeface="FreeMono" panose="020F0409020205020404" charset="0"/>
              <a:cs typeface="FreeMono" panose="020F04090202050204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Script: ControleJogador.cs 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true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pt-PT" altLang="pt-BR" sz="1600" b="1">
                <a:latin typeface="FreeMono" panose="020F0409020205020404" charset="0"/>
                <a:cs typeface="FreeMono" panose="020F0409020205020404" charset="0"/>
              </a:rPr>
              <a:t>...</a:t>
            </a:r>
            <a:endParaRPr lang="pt-BR" altLang="en-US" sz="1600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sz="1600" b="1">
                <a:solidFill>
                  <a:srgbClr val="FF0000"/>
                </a:solidFill>
                <a:latin typeface="FreeMono" panose="020F0409020205020404" charset="0"/>
                <a:cs typeface="FreeMono" panose="020F0409020205020404" charset="0"/>
              </a:rPr>
              <a:t>public GameObject botao1;</a:t>
            </a:r>
            <a:endParaRPr lang="pt-BR" altLang="en-US" sz="1600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PT" altLang="pt-BR" sz="1600" b="1">
                <a:latin typeface="FreeMono" panose="020F0409020205020404" charset="0"/>
                <a:cs typeface="FreeMono" panose="020F0409020205020404" charset="0"/>
              </a:rPr>
              <a:t>...</a:t>
            </a:r>
            <a:endParaRPr lang="pt-BR" altLang="en-US" sz="1600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sz="1600" b="1">
                <a:latin typeface="FreeMono" panose="020F0409020205020404" charset="0"/>
                <a:cs typeface="FreeMono" panose="020F0409020205020404" charset="0"/>
              </a:rPr>
              <a:t>void Update()</a:t>
            </a:r>
            <a:r>
              <a:rPr lang="pt-PT" altLang="pt-BR" sz="1600" b="1">
                <a:latin typeface="FreeMono" panose="020F0409020205020404" charset="0"/>
                <a:cs typeface="FreeMono" panose="020F0409020205020404" charset="0"/>
              </a:rPr>
              <a:t> </a:t>
            </a:r>
            <a:r>
              <a:rPr lang="pt-BR" altLang="en-US" sz="1600" b="1">
                <a:latin typeface="FreeMono" panose="020F0409020205020404" charset="0"/>
                <a:cs typeface="FreeMono" panose="020F0409020205020404" charset="0"/>
              </a:rPr>
              <a:t>{</a:t>
            </a:r>
            <a:endParaRPr lang="pt-BR" altLang="en-US" sz="1600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sz="1600" b="1">
                <a:latin typeface="FreeMono" panose="020F0409020205020404" charset="0"/>
                <a:cs typeface="FreeMono" panose="020F0409020205020404" charset="0"/>
              </a:rPr>
              <a:t> </a:t>
            </a:r>
            <a:r>
              <a:rPr lang="pt-PT" altLang="pt-BR" sz="1600" b="1">
                <a:latin typeface="FreeMono" panose="020F0409020205020404" charset="0"/>
                <a:cs typeface="FreeMono" panose="020F0409020205020404" charset="0"/>
              </a:rPr>
              <a:t> ...</a:t>
            </a:r>
            <a:endParaRPr lang="pt-BR" altLang="en-US" sz="1600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BR" altLang="en-US" sz="1600" b="1">
                <a:latin typeface="FreeMono" panose="020F0409020205020404" charset="0"/>
                <a:cs typeface="FreeMono" panose="020F0409020205020404" charset="0"/>
              </a:rPr>
              <a:t>  if (Input.GetButton("Jump") || </a:t>
            </a:r>
            <a:r>
              <a:rPr lang="pt-BR" altLang="en-US" sz="1600" b="1">
                <a:solidFill>
                  <a:srgbClr val="FF0000"/>
                </a:solidFill>
                <a:latin typeface="FreeMono" panose="020F0409020205020404" charset="0"/>
                <a:cs typeface="FreeMono" panose="020F0409020205020404" charset="0"/>
              </a:rPr>
              <a:t>botao1.GetComponent&lt;EventoBotao&gt;().buttonPressed</a:t>
            </a:r>
            <a:r>
              <a:rPr lang="pt-BR" altLang="en-US" sz="1600" b="1">
                <a:latin typeface="FreeMono" panose="020F0409020205020404" charset="0"/>
                <a:cs typeface="FreeMono" panose="020F0409020205020404" charset="0"/>
              </a:rPr>
              <a:t>)</a:t>
            </a:r>
            <a:endParaRPr lang="pt-BR" altLang="en-US" sz="1600" b="1">
              <a:latin typeface="FreeMono" panose="020F0409020205020404" charset="0"/>
              <a:cs typeface="FreeMono" panose="020F0409020205020404" charset="0"/>
            </a:endParaRPr>
          </a:p>
          <a:p>
            <a:pPr marL="0" indent="0">
              <a:buNone/>
            </a:pPr>
            <a:r>
              <a:rPr lang="pt-PT" altLang="pt-BR" sz="1600" b="1">
                <a:latin typeface="FreeMono" panose="020F0409020205020404" charset="0"/>
                <a:cs typeface="FreeMono" panose="020F0409020205020404" charset="0"/>
              </a:rPr>
              <a:t>  ...</a:t>
            </a:r>
            <a:endParaRPr lang="pt-PT" altLang="pt-BR" sz="1600" b="1">
              <a:latin typeface="FreeMono" panose="020F0409020205020404" charset="0"/>
              <a:cs typeface="FreeMono" panose="020F04090202050204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Espaço Reservado para Conteúdo 3"/>
          <p:cNvPicPr>
            <a:picLocks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9700" y="227330"/>
            <a:ext cx="11911965" cy="6403340"/>
          </a:xfrm>
          <a:prstGeom prst="rect">
            <a:avLst/>
          </a:prstGeom>
        </p:spPr>
      </p:pic>
      <p:cxnSp>
        <p:nvCxnSpPr>
          <p:cNvPr id="5" name="Conector de Seta Reta 4"/>
          <p:cNvCxnSpPr/>
          <p:nvPr/>
        </p:nvCxnSpPr>
        <p:spPr>
          <a:xfrm flipV="true">
            <a:off x="4451350" y="2642235"/>
            <a:ext cx="4237355" cy="26955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/>
          <p:cNvCxnSpPr/>
          <p:nvPr/>
        </p:nvCxnSpPr>
        <p:spPr>
          <a:xfrm flipV="true">
            <a:off x="993775" y="1917065"/>
            <a:ext cx="7868920" cy="175069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true"/>
          </p:cNvSpPr>
          <p:nvPr>
            <p:ph type="title"/>
          </p:nvPr>
        </p:nvSpPr>
        <p:spPr/>
        <p:txBody>
          <a:bodyPr/>
          <a:p>
            <a:endParaRPr lang="pt-BR" altLang="en-US"/>
          </a:p>
        </p:txBody>
      </p:sp>
      <p:pic>
        <p:nvPicPr>
          <p:cNvPr id="4" name="Espaço Reservado para Conteúdo 3"/>
          <p:cNvPicPr>
            <a:picLocks noChangeAspect="true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15" y="154940"/>
            <a:ext cx="12179935" cy="6547485"/>
          </a:xfrm>
          <a:prstGeom prst="rect">
            <a:avLst/>
          </a:prstGeom>
        </p:spPr>
      </p:pic>
      <p:cxnSp>
        <p:nvCxnSpPr>
          <p:cNvPr id="5" name="Conector de Seta Reta 4"/>
          <p:cNvCxnSpPr/>
          <p:nvPr/>
        </p:nvCxnSpPr>
        <p:spPr>
          <a:xfrm>
            <a:off x="1040765" y="3653155"/>
            <a:ext cx="8996045" cy="17335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959</Words>
  <Application>WPS Presentation</Application>
  <PresentationFormat>宽屏</PresentationFormat>
  <Paragraphs>49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FreeMono</vt:lpstr>
      <vt:lpstr>Arial Black</vt:lpstr>
      <vt:lpstr>微软雅黑</vt:lpstr>
      <vt:lpstr>Arial Unicode MS</vt:lpstr>
      <vt:lpstr>SimSun</vt:lpstr>
      <vt:lpstr>Droid Sans Fallback</vt:lpstr>
      <vt:lpstr>Times New Roman</vt:lpstr>
      <vt:lpstr>Office Theme</vt:lpstr>
      <vt:lpstr>Desenvolvimento de Jogos Digitais II</vt:lpstr>
      <vt:lpstr>PowerPoint 演示文稿</vt:lpstr>
      <vt:lpstr>PowerPoint 演示文稿</vt:lpstr>
      <vt:lpstr>PowerPoint 演示文稿</vt:lpstr>
      <vt:lpstr>Controle Touch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Script: EventoBotao.cs</vt:lpstr>
      <vt:lpstr>Script: ControleJogador.cs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ely</dc:creator>
  <cp:lastModifiedBy>ely</cp:lastModifiedBy>
  <cp:revision>18</cp:revision>
  <dcterms:created xsi:type="dcterms:W3CDTF">2021-08-03T21:18:14Z</dcterms:created>
  <dcterms:modified xsi:type="dcterms:W3CDTF">2021-08-03T21:18:14Z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1046-11.1.0.10161</vt:lpwstr>
  </property>
</Properties>
</file>