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5" r:id="rId1"/>
    <p:sldMasterId id="2147484182" r:id="rId2"/>
  </p:sldMasterIdLst>
  <p:notesMasterIdLst>
    <p:notesMasterId r:id="rId15"/>
  </p:notesMasterIdLst>
  <p:sldIdLst>
    <p:sldId id="361" r:id="rId3"/>
    <p:sldId id="376" r:id="rId4"/>
    <p:sldId id="367" r:id="rId5"/>
    <p:sldId id="375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66" r:id="rId14"/>
  </p:sldIdLst>
  <p:sldSz cx="12192000" cy="6858000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FBFBFB"/>
    <a:srgbClr val="FFF2BD"/>
    <a:srgbClr val="F8EFCC"/>
    <a:srgbClr val="004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26" autoAdjust="0"/>
  </p:normalViewPr>
  <p:slideViewPr>
    <p:cSldViewPr>
      <p:cViewPr varScale="1">
        <p:scale>
          <a:sx n="78" d="100"/>
          <a:sy n="78" d="100"/>
        </p:scale>
        <p:origin x="778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FF836678-D8D3-4855-A2B2-8561AAC37F91}" type="datetimeFigureOut">
              <a:rPr lang="pt-BR"/>
              <a:pPr>
                <a:defRPr/>
              </a:pPr>
              <a:t>09/09/2021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 smtClean="0"/>
            </a:lvl1pPr>
          </a:lstStyle>
          <a:p>
            <a:pPr>
              <a:defRPr/>
            </a:pPr>
            <a:fld id="{EF5A2965-88DA-4CD3-864B-B9BDFB27E2D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983549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D63F0-6B88-406E-AF39-619C9CFF7C46}" type="datetime1">
              <a:rPr lang="pt-BR" smtClean="0"/>
              <a:t>09/09/2021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7B765-A477-40E3-B935-B143FD77454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9389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68538-EDF4-40FE-9940-944A47753831}" type="datetime1">
              <a:rPr lang="pt-BR" smtClean="0"/>
              <a:t>09/09/2021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1415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1" cap="all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7A850-4B93-4C0D-B3C7-4C676D41A994}" type="datetime1">
              <a:rPr lang="pt-BR" smtClean="0"/>
              <a:t>09/09/2021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6469B-0D42-4C76-8AD7-CDF9EABE8CE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192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EDFAF-1DB0-4406-83B8-B2A42DC75021}" type="datetime1">
              <a:rPr lang="pt-BR" smtClean="0"/>
              <a:t>09/09/2021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1FA29-2A45-4C49-8A79-70D162FD84E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200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D16DA-D629-4C30-A1E0-D1C9C36B8ADD}" type="datetime1">
              <a:rPr lang="pt-BR" smtClean="0"/>
              <a:t>09/09/2021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E8B46-582B-4D04-892F-A8732625471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7427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C1BD0-5A09-4E72-8302-E7D137FB92A1}" type="datetime1">
              <a:rPr lang="pt-BR" smtClean="0"/>
              <a:t>09/09/2021</a:t>
            </a:fld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DFCDC-A310-4EAC-9930-8E31C88CF54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6122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9480F-EACE-4934-9157-841177B856C8}" type="datetime1">
              <a:rPr lang="pt-BR" smtClean="0"/>
              <a:t>09/09/2021</a:t>
            </a:fld>
            <a:endParaRPr 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1E119-3741-4970-B98B-01C442AFAEB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9853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E3A33-BB9E-47FA-9CB3-862F212EC3E4}" type="datetime1">
              <a:rPr lang="pt-BR" smtClean="0"/>
              <a:t>09/09/2021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E8167-31BE-4A0D-AE45-B2BF29BEFC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7491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FD3A8-C580-47B3-A2A9-9461A9DA82C4}" type="datetime1">
              <a:rPr lang="pt-BR" smtClean="0"/>
              <a:t>09/09/2021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DF000-1826-407E-AFA0-4ED2BD93449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2597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D00C4-F0B2-4FF7-AC34-A0CE6601DCD8}" type="datetime1">
              <a:rPr lang="pt-BR" smtClean="0"/>
              <a:t>09/09/2021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648A1-6298-45C2-BFDA-CD51793CFC1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7733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458C4-AD79-4EEF-88C4-1D0D1188ED96}" type="datetime1">
              <a:rPr lang="pt-BR" smtClean="0"/>
              <a:t>09/09/2021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22010-B302-4625-BD1C-07FAAD478B8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01723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r">
              <a:defRPr sz="6000">
                <a:solidFill>
                  <a:srgbClr val="282F3C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747810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82F3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3216964" y="3589475"/>
            <a:ext cx="7490791" cy="0"/>
          </a:xfrm>
          <a:prstGeom prst="line">
            <a:avLst/>
          </a:prstGeom>
          <a:ln w="76200">
            <a:solidFill>
              <a:srgbClr val="282F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820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lvl="0"/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514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623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062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10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189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429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07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162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308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09/09/2021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90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95000"/>
              </a:schemeClr>
            </a:gs>
            <a:gs pos="89000">
              <a:srgbClr val="FBFBFB"/>
            </a:gs>
            <a:gs pos="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 estilo do título mestre</a:t>
            </a:r>
          </a:p>
        </p:txBody>
      </p:sp>
      <p:sp>
        <p:nvSpPr>
          <p:cNvPr id="2051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451FC300-8611-49E9-84CA-192848937630}" type="datetime1">
              <a:rPr lang="pt-BR" smtClean="0"/>
              <a:t>09/09/2021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7755AC6D-C7CD-4016-9623-ACB9E55ECA32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>
              <a:lumMod val="75000"/>
            </a:schemeClr>
          </a:solidFill>
          <a:latin typeface="Trebuchet MS" panose="020B060302020202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E8E8E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10413"/>
            <a:ext cx="12192000" cy="1731301"/>
          </a:xfrm>
          <a:prstGeom prst="rect">
            <a:avLst/>
          </a:prstGeom>
          <a:solidFill>
            <a:srgbClr val="FCD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09/09/2021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19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82F3C"/>
          </a:solidFill>
          <a:latin typeface="Gadugi" panose="020B0502040204020203" pitchFamily="34" charset="0"/>
          <a:ea typeface="Gadugi" panose="020B05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82F3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82F3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82F3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jpe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copyspider.com.br/" TargetMode="External"/><Relationship Id="rId4" Type="http://schemas.openxmlformats.org/officeDocument/2006/relationships/hyperlink" Target="http://www.plagium.com/&#160;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ticias.uff.br/arquivos/cartilha-sobre-plagio-academico.pdf" TargetMode="External"/><Relationship Id="rId2" Type="http://schemas.openxmlformats.org/officeDocument/2006/relationships/hyperlink" Target="https://guiadoestudante.abril.com.br/estudo/o-que-plagio-academico-como-evita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B74DAA28-C1BC-47D5-A33B-08A301E8AFC8}"/>
              </a:ext>
            </a:extLst>
          </p:cNvPr>
          <p:cNvSpPr txBox="1"/>
          <p:nvPr/>
        </p:nvSpPr>
        <p:spPr>
          <a:xfrm>
            <a:off x="5242554" y="44959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rgbClr val="3B3838"/>
                </a:solidFill>
              </a:rPr>
              <a:t>Prof. Me. Claudio Paiva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4AE2B2A-8650-4A3E-AB89-7830DD6A6724}"/>
              </a:ext>
            </a:extLst>
          </p:cNvPr>
          <p:cNvSpPr/>
          <p:nvPr/>
        </p:nvSpPr>
        <p:spPr>
          <a:xfrm>
            <a:off x="1055440" y="4801848"/>
            <a:ext cx="1800000" cy="18000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+mn-cs"/>
              </a:rPr>
              <a:t>ES</a:t>
            </a:r>
          </a:p>
        </p:txBody>
      </p:sp>
      <p:pic>
        <p:nvPicPr>
          <p:cNvPr id="10" name="Imagem 9" descr="Texto&#10;&#10;Descrição gerada automaticamente">
            <a:extLst>
              <a:ext uri="{FF2B5EF4-FFF2-40B4-BE49-F238E27FC236}">
                <a16:creationId xmlns:a16="http://schemas.microsoft.com/office/drawing/2014/main" id="{AEAB19FE-2E9B-414A-A0E5-5D49E2E6E6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4917765"/>
            <a:ext cx="1403548" cy="327130"/>
          </a:xfrm>
          <a:prstGeom prst="rect">
            <a:avLst/>
          </a:prstGeom>
        </p:spPr>
      </p:pic>
      <p:sp>
        <p:nvSpPr>
          <p:cNvPr id="27" name="Título 4">
            <a:extLst>
              <a:ext uri="{FF2B5EF4-FFF2-40B4-BE49-F238E27FC236}">
                <a16:creationId xmlns:a16="http://schemas.microsoft.com/office/drawing/2014/main" id="{2CDCCF65-179B-48B7-9CE6-6C25C9DD3CEF}"/>
              </a:ext>
            </a:extLst>
          </p:cNvPr>
          <p:cNvSpPr txBox="1">
            <a:spLocks/>
          </p:cNvSpPr>
          <p:nvPr/>
        </p:nvSpPr>
        <p:spPr>
          <a:xfrm>
            <a:off x="2178723" y="2055831"/>
            <a:ext cx="9144000" cy="2387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282F3C"/>
                </a:solidFill>
                <a:latin typeface="Gadugi" panose="020B0502040204020203" pitchFamily="34" charset="0"/>
                <a:ea typeface="Gadugi" panose="020B0502040204020203" pitchFamily="34" charset="0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+mj-cs"/>
              </a:rPr>
              <a:t>PROJETOS EM DESENVOLVIMENTO TECNOLÓGICO E INOVAÇÃO EM ENGENHARIA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1441248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DD5C69-4981-4672-BD86-70C2C22FB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36434" y="891541"/>
            <a:ext cx="3433187" cy="40740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PLÁGIO ACADÊMICO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7992746" y="4965613"/>
            <a:ext cx="3476875" cy="92103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9" name="Picture 6" descr="Óculos em cima de um livro">
            <a:extLst>
              <a:ext uri="{FF2B5EF4-FFF2-40B4-BE49-F238E27FC236}">
                <a16:creationId xmlns:a16="http://schemas.microsoft.com/office/drawing/2014/main" id="{A115B15B-ABB7-4F40-8185-4EF5BBDCAF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848" r="26180" b="-1"/>
          <a:stretch/>
        </p:blipFill>
        <p:spPr>
          <a:xfrm>
            <a:off x="20" y="10"/>
            <a:ext cx="7553816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CA16AE-A9B0-4EF4-A3A1-883C17E1F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73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2B886CF-D3D5-4CDE-A0D0-35994223D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5E8D06-DF55-43E7-9CF6-CFA00D2D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A506D8-18BB-4C6F-8AFD-8177E6119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2376" y="891540"/>
            <a:ext cx="6100192" cy="5071110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52" y="1054121"/>
            <a:ext cx="5067537" cy="1193856"/>
          </a:xfrm>
        </p:spPr>
        <p:txBody>
          <a:bodyPr>
            <a:normAutofit fontScale="90000"/>
          </a:bodyPr>
          <a:lstStyle/>
          <a:p>
            <a:r>
              <a:rPr lang="pt-BR" dirty="0"/>
              <a:t>Cartilha sobre plágio acadêmico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BC68B7-1A64-49B2-8AEB-D50FC55FE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2" y="2408844"/>
            <a:ext cx="5067294" cy="3391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Estes slides trazem parte do conteúdo da </a:t>
            </a:r>
            <a:r>
              <a:rPr lang="pt-BR" sz="3200" b="1" dirty="0">
                <a:highlight>
                  <a:srgbClr val="FFFF00"/>
                </a:highlight>
              </a:rPr>
              <a:t>Cartilha Sobre Plágio Acadêmico </a:t>
            </a:r>
            <a:r>
              <a:rPr lang="pt-BR" sz="3200" dirty="0"/>
              <a:t>que consta na lista de referências no final do arquivo.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F7A9965-5353-4BA7-AA6A-E23920263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815" y="1618930"/>
            <a:ext cx="4000156" cy="362014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613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pt-BR" sz="5400" dirty="0"/>
              <a:t>O que é Plágio Acadêmico?</a:t>
            </a:r>
          </a:p>
        </p:txBody>
      </p:sp>
      <p:pic>
        <p:nvPicPr>
          <p:cNvPr id="5" name="Picture 4" descr="Óculos em cima de um livro">
            <a:extLst>
              <a:ext uri="{FF2B5EF4-FFF2-40B4-BE49-F238E27FC236}">
                <a16:creationId xmlns:a16="http://schemas.microsoft.com/office/drawing/2014/main" id="{7F824F58-0C7F-4180-8C51-B3CAED3433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38" r="40170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BC68B7-1A64-49B2-8AEB-D50FC55FE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pt-BR" sz="2400" dirty="0"/>
              <a:t>Quando alguém copia, de artigos, livros ou mesmo da Internet, ideias, conceitos ou frases de outro autor (que as formulou e as publicou), sem lhe dar o devido crédito e sem citá-lo como fonte de pesquisa, acontece o que chamamos de </a:t>
            </a:r>
            <a:r>
              <a:rPr lang="pt-BR" sz="2400" b="1" dirty="0"/>
              <a:t>plágio acadêmico </a:t>
            </a:r>
            <a:r>
              <a:rPr lang="pt-BR" sz="2400" dirty="0"/>
              <a:t>(COMISSÃO, 2011).</a:t>
            </a:r>
          </a:p>
        </p:txBody>
      </p:sp>
    </p:spTree>
    <p:extLst>
      <p:ext uri="{BB962C8B-B14F-4D97-AF65-F5344CB8AC3E}">
        <p14:creationId xmlns:p14="http://schemas.microsoft.com/office/powerpoint/2010/main" val="667759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570CC06-DB21-401C-BCF8-AAC5FF550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3566160" cy="35803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err="1"/>
              <a:t>Quando</a:t>
            </a:r>
            <a:r>
              <a:rPr lang="en-US" sz="4000" dirty="0"/>
              <a:t> </a:t>
            </a:r>
            <a:r>
              <a:rPr lang="en-US" sz="4000" dirty="0" err="1"/>
              <a:t>ocorre</a:t>
            </a:r>
            <a:r>
              <a:rPr lang="en-US" sz="4000" dirty="0"/>
              <a:t> </a:t>
            </a:r>
            <a:r>
              <a:rPr lang="en-US" sz="4000" dirty="0" err="1"/>
              <a:t>Plágio</a:t>
            </a:r>
            <a:r>
              <a:rPr lang="en-US" sz="4000" dirty="0"/>
              <a:t>?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15B998FC-4B98-4A07-B159-9E629180A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4409267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Espaço Reservado para Conteúdo 5">
            <a:extLst>
              <a:ext uri="{FF2B5EF4-FFF2-40B4-BE49-F238E27FC236}">
                <a16:creationId xmlns:a16="http://schemas.microsoft.com/office/drawing/2014/main" id="{54C59718-4FB2-4B0A-9D43-64A879622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6270" y="332656"/>
            <a:ext cx="2657846" cy="3238952"/>
          </a:xfr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14A8820-ABC5-4A16-B46F-7FADB4196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145" y="3624145"/>
            <a:ext cx="2882679" cy="2040937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26E395D8-F56A-4943-A042-6A666CDBE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336" y="2132856"/>
            <a:ext cx="2813495" cy="1798792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BB218771-7016-4C68-9742-17893A9F9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0296" y="4904054"/>
            <a:ext cx="3044111" cy="1522055"/>
          </a:xfrm>
          <a:prstGeom prst="rect">
            <a:avLst/>
          </a:prstGeom>
        </p:spPr>
      </p:pic>
      <p:sp>
        <p:nvSpPr>
          <p:cNvPr id="17" name="AutoShape 2" descr="Saiba como evitar o plágio em trabalhos acadêmicos - Notícias UFJF">
            <a:extLst>
              <a:ext uri="{FF2B5EF4-FFF2-40B4-BE49-F238E27FC236}">
                <a16:creationId xmlns:a16="http://schemas.microsoft.com/office/drawing/2014/main" id="{A3032574-0B47-4B9F-B76F-EBC0E5AE2C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7810D23-699F-4310-865B-8D09316DFAD1}"/>
              </a:ext>
            </a:extLst>
          </p:cNvPr>
          <p:cNvSpPr txBox="1"/>
          <p:nvPr/>
        </p:nvSpPr>
        <p:spPr>
          <a:xfrm>
            <a:off x="5447928" y="6552872"/>
            <a:ext cx="6097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/>
              <a:t>Fonte: </a:t>
            </a:r>
            <a:r>
              <a:rPr lang="pt-BR" sz="1100" dirty="0"/>
              <a:t>COMISSÃO (2011).</a:t>
            </a:r>
          </a:p>
        </p:txBody>
      </p:sp>
    </p:spTree>
    <p:extLst>
      <p:ext uri="{BB962C8B-B14F-4D97-AF65-F5344CB8AC3E}">
        <p14:creationId xmlns:p14="http://schemas.microsoft.com/office/powerpoint/2010/main" val="1569915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406"/>
            <a:ext cx="3622575" cy="1841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err="1"/>
              <a:t>Plágio</a:t>
            </a:r>
            <a:r>
              <a:rPr lang="en-US" sz="4000" dirty="0"/>
              <a:t> </a:t>
            </a:r>
            <a:r>
              <a:rPr lang="en-US" sz="4000" dirty="0" err="1"/>
              <a:t>Parcial</a:t>
            </a:r>
            <a:endParaRPr lang="en-US" sz="4000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F2DBFF41-319C-48C6-90E2-3A47C665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6021" y="476672"/>
            <a:ext cx="5771802" cy="5904656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8B86D429-E79F-46C3-9F11-4CB6539CC575}"/>
              </a:ext>
            </a:extLst>
          </p:cNvPr>
          <p:cNvSpPr txBox="1"/>
          <p:nvPr/>
        </p:nvSpPr>
        <p:spPr>
          <a:xfrm>
            <a:off x="5183094" y="6503279"/>
            <a:ext cx="6097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/>
              <a:t>Fonte: </a:t>
            </a:r>
            <a:r>
              <a:rPr lang="pt-BR" sz="1100" dirty="0"/>
              <a:t>COMISSÃO (2011).</a:t>
            </a:r>
          </a:p>
        </p:txBody>
      </p:sp>
      <p:pic>
        <p:nvPicPr>
          <p:cNvPr id="22" name="Picture 4" descr="Sou feita de retalhos. - Seja Mais Simples">
            <a:extLst>
              <a:ext uri="{FF2B5EF4-FFF2-40B4-BE49-F238E27FC236}">
                <a16:creationId xmlns:a16="http://schemas.microsoft.com/office/drawing/2014/main" id="{885ECA56-870F-46CE-8CD4-380FC5714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02" y="3027536"/>
            <a:ext cx="4246810" cy="386636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58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err="1"/>
              <a:t>Plágio</a:t>
            </a:r>
            <a:r>
              <a:rPr lang="en-US" sz="4000" dirty="0"/>
              <a:t> </a:t>
            </a:r>
            <a:r>
              <a:rPr lang="en-US" sz="4000" dirty="0" err="1"/>
              <a:t>Parcial</a:t>
            </a:r>
            <a:endParaRPr lang="en-US" sz="4000" dirty="0"/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366EABBA-0C52-4B31-983F-99E56221D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3729" y="640080"/>
            <a:ext cx="4629606" cy="557784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343948C8-AEB9-4F94-93DB-9F460A31A490}"/>
              </a:ext>
            </a:extLst>
          </p:cNvPr>
          <p:cNvSpPr txBox="1"/>
          <p:nvPr/>
        </p:nvSpPr>
        <p:spPr>
          <a:xfrm>
            <a:off x="5779704" y="6276350"/>
            <a:ext cx="6097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/>
              <a:t>Fonte: </a:t>
            </a:r>
            <a:r>
              <a:rPr lang="pt-BR" sz="1100" dirty="0"/>
              <a:t>COMISSÃO (2011).</a:t>
            </a:r>
          </a:p>
        </p:txBody>
      </p:sp>
      <p:pic>
        <p:nvPicPr>
          <p:cNvPr id="24" name="Picture 4" descr="Sou feita de retalhos. - Seja Mais Simples">
            <a:extLst>
              <a:ext uri="{FF2B5EF4-FFF2-40B4-BE49-F238E27FC236}">
                <a16:creationId xmlns:a16="http://schemas.microsoft.com/office/drawing/2014/main" id="{B141AF11-CE60-42E2-B01D-A7F51AB42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02" y="3027536"/>
            <a:ext cx="4246810" cy="386636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38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232B152-3720-4D3B-97ED-45CE5483F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1BAB570-FF10-4E96-8A3F-FA9804702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693698" cy="6858000"/>
          </a:xfrm>
          <a:custGeom>
            <a:avLst/>
            <a:gdLst>
              <a:gd name="connsiteX0" fmla="*/ 0 w 4693698"/>
              <a:gd name="connsiteY0" fmla="*/ 0 h 6858000"/>
              <a:gd name="connsiteX1" fmla="*/ 420914 w 4693698"/>
              <a:gd name="connsiteY1" fmla="*/ 0 h 6858000"/>
              <a:gd name="connsiteX2" fmla="*/ 1582057 w 4693698"/>
              <a:gd name="connsiteY2" fmla="*/ 0 h 6858000"/>
              <a:gd name="connsiteX3" fmla="*/ 4503903 w 4693698"/>
              <a:gd name="connsiteY3" fmla="*/ 0 h 6858000"/>
              <a:gd name="connsiteX4" fmla="*/ 4508943 w 4693698"/>
              <a:gd name="connsiteY4" fmla="*/ 66675 h 6858000"/>
              <a:gd name="connsiteX5" fmla="*/ 4517340 w 4693698"/>
              <a:gd name="connsiteY5" fmla="*/ 122237 h 6858000"/>
              <a:gd name="connsiteX6" fmla="*/ 4527418 w 4693698"/>
              <a:gd name="connsiteY6" fmla="*/ 174625 h 6858000"/>
              <a:gd name="connsiteX7" fmla="*/ 4544214 w 4693698"/>
              <a:gd name="connsiteY7" fmla="*/ 217487 h 6858000"/>
              <a:gd name="connsiteX8" fmla="*/ 4561010 w 4693698"/>
              <a:gd name="connsiteY8" fmla="*/ 260350 h 6858000"/>
              <a:gd name="connsiteX9" fmla="*/ 4581165 w 4693698"/>
              <a:gd name="connsiteY9" fmla="*/ 296862 h 6858000"/>
              <a:gd name="connsiteX10" fmla="*/ 4601320 w 4693698"/>
              <a:gd name="connsiteY10" fmla="*/ 334962 h 6858000"/>
              <a:gd name="connsiteX11" fmla="*/ 4619796 w 4693698"/>
              <a:gd name="connsiteY11" fmla="*/ 369887 h 6858000"/>
              <a:gd name="connsiteX12" fmla="*/ 4638271 w 4693698"/>
              <a:gd name="connsiteY12" fmla="*/ 409575 h 6858000"/>
              <a:gd name="connsiteX13" fmla="*/ 4655067 w 4693698"/>
              <a:gd name="connsiteY13" fmla="*/ 450850 h 6858000"/>
              <a:gd name="connsiteX14" fmla="*/ 4670184 w 4693698"/>
              <a:gd name="connsiteY14" fmla="*/ 496887 h 6858000"/>
              <a:gd name="connsiteX15" fmla="*/ 4681941 w 4693698"/>
              <a:gd name="connsiteY15" fmla="*/ 546100 h 6858000"/>
              <a:gd name="connsiteX16" fmla="*/ 4690339 w 4693698"/>
              <a:gd name="connsiteY16" fmla="*/ 606425 h 6858000"/>
              <a:gd name="connsiteX17" fmla="*/ 4693698 w 4693698"/>
              <a:gd name="connsiteY17" fmla="*/ 673100 h 6858000"/>
              <a:gd name="connsiteX18" fmla="*/ 4690339 w 4693698"/>
              <a:gd name="connsiteY18" fmla="*/ 744537 h 6858000"/>
              <a:gd name="connsiteX19" fmla="*/ 4681941 w 4693698"/>
              <a:gd name="connsiteY19" fmla="*/ 801687 h 6858000"/>
              <a:gd name="connsiteX20" fmla="*/ 4670184 w 4693698"/>
              <a:gd name="connsiteY20" fmla="*/ 854075 h 6858000"/>
              <a:gd name="connsiteX21" fmla="*/ 4655067 w 4693698"/>
              <a:gd name="connsiteY21" fmla="*/ 901700 h 6858000"/>
              <a:gd name="connsiteX22" fmla="*/ 4638271 w 4693698"/>
              <a:gd name="connsiteY22" fmla="*/ 942975 h 6858000"/>
              <a:gd name="connsiteX23" fmla="*/ 4618116 w 4693698"/>
              <a:gd name="connsiteY23" fmla="*/ 981075 h 6858000"/>
              <a:gd name="connsiteX24" fmla="*/ 4597961 w 4693698"/>
              <a:gd name="connsiteY24" fmla="*/ 1017587 h 6858000"/>
              <a:gd name="connsiteX25" fmla="*/ 4577806 w 4693698"/>
              <a:gd name="connsiteY25" fmla="*/ 1055687 h 6858000"/>
              <a:gd name="connsiteX26" fmla="*/ 4559330 w 4693698"/>
              <a:gd name="connsiteY26" fmla="*/ 1095375 h 6858000"/>
              <a:gd name="connsiteX27" fmla="*/ 4540854 w 4693698"/>
              <a:gd name="connsiteY27" fmla="*/ 1136650 h 6858000"/>
              <a:gd name="connsiteX28" fmla="*/ 4525739 w 4693698"/>
              <a:gd name="connsiteY28" fmla="*/ 1182687 h 6858000"/>
              <a:gd name="connsiteX29" fmla="*/ 4515661 w 4693698"/>
              <a:gd name="connsiteY29" fmla="*/ 1235075 h 6858000"/>
              <a:gd name="connsiteX30" fmla="*/ 4505583 w 4693698"/>
              <a:gd name="connsiteY30" fmla="*/ 1295400 h 6858000"/>
              <a:gd name="connsiteX31" fmla="*/ 4503903 w 4693698"/>
              <a:gd name="connsiteY31" fmla="*/ 1363662 h 6858000"/>
              <a:gd name="connsiteX32" fmla="*/ 4505583 w 4693698"/>
              <a:gd name="connsiteY32" fmla="*/ 1431925 h 6858000"/>
              <a:gd name="connsiteX33" fmla="*/ 4515661 w 4693698"/>
              <a:gd name="connsiteY33" fmla="*/ 1492250 h 6858000"/>
              <a:gd name="connsiteX34" fmla="*/ 4525739 w 4693698"/>
              <a:gd name="connsiteY34" fmla="*/ 1544637 h 6858000"/>
              <a:gd name="connsiteX35" fmla="*/ 4540854 w 4693698"/>
              <a:gd name="connsiteY35" fmla="*/ 1589087 h 6858000"/>
              <a:gd name="connsiteX36" fmla="*/ 4559330 w 4693698"/>
              <a:gd name="connsiteY36" fmla="*/ 1631950 h 6858000"/>
              <a:gd name="connsiteX37" fmla="*/ 4577806 w 4693698"/>
              <a:gd name="connsiteY37" fmla="*/ 1671637 h 6858000"/>
              <a:gd name="connsiteX38" fmla="*/ 4597961 w 4693698"/>
              <a:gd name="connsiteY38" fmla="*/ 1708150 h 6858000"/>
              <a:gd name="connsiteX39" fmla="*/ 4618116 w 4693698"/>
              <a:gd name="connsiteY39" fmla="*/ 1743075 h 6858000"/>
              <a:gd name="connsiteX40" fmla="*/ 4638271 w 4693698"/>
              <a:gd name="connsiteY40" fmla="*/ 1782762 h 6858000"/>
              <a:gd name="connsiteX41" fmla="*/ 4655067 w 4693698"/>
              <a:gd name="connsiteY41" fmla="*/ 1824037 h 6858000"/>
              <a:gd name="connsiteX42" fmla="*/ 4670184 w 4693698"/>
              <a:gd name="connsiteY42" fmla="*/ 1870075 h 6858000"/>
              <a:gd name="connsiteX43" fmla="*/ 4681941 w 4693698"/>
              <a:gd name="connsiteY43" fmla="*/ 1922462 h 6858000"/>
              <a:gd name="connsiteX44" fmla="*/ 4690339 w 4693698"/>
              <a:gd name="connsiteY44" fmla="*/ 1982787 h 6858000"/>
              <a:gd name="connsiteX45" fmla="*/ 4693698 w 4693698"/>
              <a:gd name="connsiteY45" fmla="*/ 2051050 h 6858000"/>
              <a:gd name="connsiteX46" fmla="*/ 4690339 w 4693698"/>
              <a:gd name="connsiteY46" fmla="*/ 2119312 h 6858000"/>
              <a:gd name="connsiteX47" fmla="*/ 4681941 w 4693698"/>
              <a:gd name="connsiteY47" fmla="*/ 2179637 h 6858000"/>
              <a:gd name="connsiteX48" fmla="*/ 4670184 w 4693698"/>
              <a:gd name="connsiteY48" fmla="*/ 2232025 h 6858000"/>
              <a:gd name="connsiteX49" fmla="*/ 4655067 w 4693698"/>
              <a:gd name="connsiteY49" fmla="*/ 2278062 h 6858000"/>
              <a:gd name="connsiteX50" fmla="*/ 4638271 w 4693698"/>
              <a:gd name="connsiteY50" fmla="*/ 2319337 h 6858000"/>
              <a:gd name="connsiteX51" fmla="*/ 4618116 w 4693698"/>
              <a:gd name="connsiteY51" fmla="*/ 2359025 h 6858000"/>
              <a:gd name="connsiteX52" fmla="*/ 4597961 w 4693698"/>
              <a:gd name="connsiteY52" fmla="*/ 2395537 h 6858000"/>
              <a:gd name="connsiteX53" fmla="*/ 4577806 w 4693698"/>
              <a:gd name="connsiteY53" fmla="*/ 2433637 h 6858000"/>
              <a:gd name="connsiteX54" fmla="*/ 4559330 w 4693698"/>
              <a:gd name="connsiteY54" fmla="*/ 2471737 h 6858000"/>
              <a:gd name="connsiteX55" fmla="*/ 4540854 w 4693698"/>
              <a:gd name="connsiteY55" fmla="*/ 2513012 h 6858000"/>
              <a:gd name="connsiteX56" fmla="*/ 4525739 w 4693698"/>
              <a:gd name="connsiteY56" fmla="*/ 2560637 h 6858000"/>
              <a:gd name="connsiteX57" fmla="*/ 4515661 w 4693698"/>
              <a:gd name="connsiteY57" fmla="*/ 2613025 h 6858000"/>
              <a:gd name="connsiteX58" fmla="*/ 4505583 w 4693698"/>
              <a:gd name="connsiteY58" fmla="*/ 2671762 h 6858000"/>
              <a:gd name="connsiteX59" fmla="*/ 4503903 w 4693698"/>
              <a:gd name="connsiteY59" fmla="*/ 2741612 h 6858000"/>
              <a:gd name="connsiteX60" fmla="*/ 4505583 w 4693698"/>
              <a:gd name="connsiteY60" fmla="*/ 2809875 h 6858000"/>
              <a:gd name="connsiteX61" fmla="*/ 4515661 w 4693698"/>
              <a:gd name="connsiteY61" fmla="*/ 2868612 h 6858000"/>
              <a:gd name="connsiteX62" fmla="*/ 4525739 w 4693698"/>
              <a:gd name="connsiteY62" fmla="*/ 2922587 h 6858000"/>
              <a:gd name="connsiteX63" fmla="*/ 4540854 w 4693698"/>
              <a:gd name="connsiteY63" fmla="*/ 2967037 h 6858000"/>
              <a:gd name="connsiteX64" fmla="*/ 4559330 w 4693698"/>
              <a:gd name="connsiteY64" fmla="*/ 3009900 h 6858000"/>
              <a:gd name="connsiteX65" fmla="*/ 4577806 w 4693698"/>
              <a:gd name="connsiteY65" fmla="*/ 3046412 h 6858000"/>
              <a:gd name="connsiteX66" fmla="*/ 4597961 w 4693698"/>
              <a:gd name="connsiteY66" fmla="*/ 3084512 h 6858000"/>
              <a:gd name="connsiteX67" fmla="*/ 4618116 w 4693698"/>
              <a:gd name="connsiteY67" fmla="*/ 3121025 h 6858000"/>
              <a:gd name="connsiteX68" fmla="*/ 4638271 w 4693698"/>
              <a:gd name="connsiteY68" fmla="*/ 3160712 h 6858000"/>
              <a:gd name="connsiteX69" fmla="*/ 4655067 w 4693698"/>
              <a:gd name="connsiteY69" fmla="*/ 3201987 h 6858000"/>
              <a:gd name="connsiteX70" fmla="*/ 4670184 w 4693698"/>
              <a:gd name="connsiteY70" fmla="*/ 3248025 h 6858000"/>
              <a:gd name="connsiteX71" fmla="*/ 4681941 w 4693698"/>
              <a:gd name="connsiteY71" fmla="*/ 3300412 h 6858000"/>
              <a:gd name="connsiteX72" fmla="*/ 4690339 w 4693698"/>
              <a:gd name="connsiteY72" fmla="*/ 3360737 h 6858000"/>
              <a:gd name="connsiteX73" fmla="*/ 4693698 w 4693698"/>
              <a:gd name="connsiteY73" fmla="*/ 3427412 h 6858000"/>
              <a:gd name="connsiteX74" fmla="*/ 4690339 w 4693698"/>
              <a:gd name="connsiteY74" fmla="*/ 3497262 h 6858000"/>
              <a:gd name="connsiteX75" fmla="*/ 4681941 w 4693698"/>
              <a:gd name="connsiteY75" fmla="*/ 3557587 h 6858000"/>
              <a:gd name="connsiteX76" fmla="*/ 4670184 w 4693698"/>
              <a:gd name="connsiteY76" fmla="*/ 3609975 h 6858000"/>
              <a:gd name="connsiteX77" fmla="*/ 4655067 w 4693698"/>
              <a:gd name="connsiteY77" fmla="*/ 3656012 h 6858000"/>
              <a:gd name="connsiteX78" fmla="*/ 4638271 w 4693698"/>
              <a:gd name="connsiteY78" fmla="*/ 3697287 h 6858000"/>
              <a:gd name="connsiteX79" fmla="*/ 4618116 w 4693698"/>
              <a:gd name="connsiteY79" fmla="*/ 3736975 h 6858000"/>
              <a:gd name="connsiteX80" fmla="*/ 4577806 w 4693698"/>
              <a:gd name="connsiteY80" fmla="*/ 3811587 h 6858000"/>
              <a:gd name="connsiteX81" fmla="*/ 4559330 w 4693698"/>
              <a:gd name="connsiteY81" fmla="*/ 3848100 h 6858000"/>
              <a:gd name="connsiteX82" fmla="*/ 4540854 w 4693698"/>
              <a:gd name="connsiteY82" fmla="*/ 3890962 h 6858000"/>
              <a:gd name="connsiteX83" fmla="*/ 4525739 w 4693698"/>
              <a:gd name="connsiteY83" fmla="*/ 3935412 h 6858000"/>
              <a:gd name="connsiteX84" fmla="*/ 4515661 w 4693698"/>
              <a:gd name="connsiteY84" fmla="*/ 3987800 h 6858000"/>
              <a:gd name="connsiteX85" fmla="*/ 4505583 w 4693698"/>
              <a:gd name="connsiteY85" fmla="*/ 4048125 h 6858000"/>
              <a:gd name="connsiteX86" fmla="*/ 4503903 w 4693698"/>
              <a:gd name="connsiteY86" fmla="*/ 4116387 h 6858000"/>
              <a:gd name="connsiteX87" fmla="*/ 4505583 w 4693698"/>
              <a:gd name="connsiteY87" fmla="*/ 4186237 h 6858000"/>
              <a:gd name="connsiteX88" fmla="*/ 4515661 w 4693698"/>
              <a:gd name="connsiteY88" fmla="*/ 4244975 h 6858000"/>
              <a:gd name="connsiteX89" fmla="*/ 4525739 w 4693698"/>
              <a:gd name="connsiteY89" fmla="*/ 4297362 h 6858000"/>
              <a:gd name="connsiteX90" fmla="*/ 4540854 w 4693698"/>
              <a:gd name="connsiteY90" fmla="*/ 4343400 h 6858000"/>
              <a:gd name="connsiteX91" fmla="*/ 4559330 w 4693698"/>
              <a:gd name="connsiteY91" fmla="*/ 4386262 h 6858000"/>
              <a:gd name="connsiteX92" fmla="*/ 4577806 w 4693698"/>
              <a:gd name="connsiteY92" fmla="*/ 4424362 h 6858000"/>
              <a:gd name="connsiteX93" fmla="*/ 4618116 w 4693698"/>
              <a:gd name="connsiteY93" fmla="*/ 4498975 h 6858000"/>
              <a:gd name="connsiteX94" fmla="*/ 4638271 w 4693698"/>
              <a:gd name="connsiteY94" fmla="*/ 4537075 h 6858000"/>
              <a:gd name="connsiteX95" fmla="*/ 4655067 w 4693698"/>
              <a:gd name="connsiteY95" fmla="*/ 4579937 h 6858000"/>
              <a:gd name="connsiteX96" fmla="*/ 4670184 w 4693698"/>
              <a:gd name="connsiteY96" fmla="*/ 4625975 h 6858000"/>
              <a:gd name="connsiteX97" fmla="*/ 4681941 w 4693698"/>
              <a:gd name="connsiteY97" fmla="*/ 4678362 h 6858000"/>
              <a:gd name="connsiteX98" fmla="*/ 4690339 w 4693698"/>
              <a:gd name="connsiteY98" fmla="*/ 4738687 h 6858000"/>
              <a:gd name="connsiteX99" fmla="*/ 4693698 w 4693698"/>
              <a:gd name="connsiteY99" fmla="*/ 4806950 h 6858000"/>
              <a:gd name="connsiteX100" fmla="*/ 4690339 w 4693698"/>
              <a:gd name="connsiteY100" fmla="*/ 4875212 h 6858000"/>
              <a:gd name="connsiteX101" fmla="*/ 4681941 w 4693698"/>
              <a:gd name="connsiteY101" fmla="*/ 4935537 h 6858000"/>
              <a:gd name="connsiteX102" fmla="*/ 4670184 w 4693698"/>
              <a:gd name="connsiteY102" fmla="*/ 4987925 h 6858000"/>
              <a:gd name="connsiteX103" fmla="*/ 4655067 w 4693698"/>
              <a:gd name="connsiteY103" fmla="*/ 5033962 h 6858000"/>
              <a:gd name="connsiteX104" fmla="*/ 4638271 w 4693698"/>
              <a:gd name="connsiteY104" fmla="*/ 5075237 h 6858000"/>
              <a:gd name="connsiteX105" fmla="*/ 4618116 w 4693698"/>
              <a:gd name="connsiteY105" fmla="*/ 5114925 h 6858000"/>
              <a:gd name="connsiteX106" fmla="*/ 4597961 w 4693698"/>
              <a:gd name="connsiteY106" fmla="*/ 5149850 h 6858000"/>
              <a:gd name="connsiteX107" fmla="*/ 4577806 w 4693698"/>
              <a:gd name="connsiteY107" fmla="*/ 5186362 h 6858000"/>
              <a:gd name="connsiteX108" fmla="*/ 4559330 w 4693698"/>
              <a:gd name="connsiteY108" fmla="*/ 5226050 h 6858000"/>
              <a:gd name="connsiteX109" fmla="*/ 4540854 w 4693698"/>
              <a:gd name="connsiteY109" fmla="*/ 5268912 h 6858000"/>
              <a:gd name="connsiteX110" fmla="*/ 4525739 w 4693698"/>
              <a:gd name="connsiteY110" fmla="*/ 5313362 h 6858000"/>
              <a:gd name="connsiteX111" fmla="*/ 4515661 w 4693698"/>
              <a:gd name="connsiteY111" fmla="*/ 5365750 h 6858000"/>
              <a:gd name="connsiteX112" fmla="*/ 4505583 w 4693698"/>
              <a:gd name="connsiteY112" fmla="*/ 5426075 h 6858000"/>
              <a:gd name="connsiteX113" fmla="*/ 4503903 w 4693698"/>
              <a:gd name="connsiteY113" fmla="*/ 5494337 h 6858000"/>
              <a:gd name="connsiteX114" fmla="*/ 4505583 w 4693698"/>
              <a:gd name="connsiteY114" fmla="*/ 5562600 h 6858000"/>
              <a:gd name="connsiteX115" fmla="*/ 4515661 w 4693698"/>
              <a:gd name="connsiteY115" fmla="*/ 5622925 h 6858000"/>
              <a:gd name="connsiteX116" fmla="*/ 4525739 w 4693698"/>
              <a:gd name="connsiteY116" fmla="*/ 5675312 h 6858000"/>
              <a:gd name="connsiteX117" fmla="*/ 4540854 w 4693698"/>
              <a:gd name="connsiteY117" fmla="*/ 5721350 h 6858000"/>
              <a:gd name="connsiteX118" fmla="*/ 4559330 w 4693698"/>
              <a:gd name="connsiteY118" fmla="*/ 5762625 h 6858000"/>
              <a:gd name="connsiteX119" fmla="*/ 4577806 w 4693698"/>
              <a:gd name="connsiteY119" fmla="*/ 5802312 h 6858000"/>
              <a:gd name="connsiteX120" fmla="*/ 4597961 w 4693698"/>
              <a:gd name="connsiteY120" fmla="*/ 5840412 h 6858000"/>
              <a:gd name="connsiteX121" fmla="*/ 4618116 w 4693698"/>
              <a:gd name="connsiteY121" fmla="*/ 5876925 h 6858000"/>
              <a:gd name="connsiteX122" fmla="*/ 4638271 w 4693698"/>
              <a:gd name="connsiteY122" fmla="*/ 5915025 h 6858000"/>
              <a:gd name="connsiteX123" fmla="*/ 4655067 w 4693698"/>
              <a:gd name="connsiteY123" fmla="*/ 5956300 h 6858000"/>
              <a:gd name="connsiteX124" fmla="*/ 4670184 w 4693698"/>
              <a:gd name="connsiteY124" fmla="*/ 6003925 h 6858000"/>
              <a:gd name="connsiteX125" fmla="*/ 4681941 w 4693698"/>
              <a:gd name="connsiteY125" fmla="*/ 6056312 h 6858000"/>
              <a:gd name="connsiteX126" fmla="*/ 4690339 w 4693698"/>
              <a:gd name="connsiteY126" fmla="*/ 6113462 h 6858000"/>
              <a:gd name="connsiteX127" fmla="*/ 4693698 w 4693698"/>
              <a:gd name="connsiteY127" fmla="*/ 6183312 h 6858000"/>
              <a:gd name="connsiteX128" fmla="*/ 4690339 w 4693698"/>
              <a:gd name="connsiteY128" fmla="*/ 6251575 h 6858000"/>
              <a:gd name="connsiteX129" fmla="*/ 4681941 w 4693698"/>
              <a:gd name="connsiteY129" fmla="*/ 6311900 h 6858000"/>
              <a:gd name="connsiteX130" fmla="*/ 4670184 w 4693698"/>
              <a:gd name="connsiteY130" fmla="*/ 6361112 h 6858000"/>
              <a:gd name="connsiteX131" fmla="*/ 4655067 w 4693698"/>
              <a:gd name="connsiteY131" fmla="*/ 6407150 h 6858000"/>
              <a:gd name="connsiteX132" fmla="*/ 4638271 w 4693698"/>
              <a:gd name="connsiteY132" fmla="*/ 6448425 h 6858000"/>
              <a:gd name="connsiteX133" fmla="*/ 4619796 w 4693698"/>
              <a:gd name="connsiteY133" fmla="*/ 6488112 h 6858000"/>
              <a:gd name="connsiteX134" fmla="*/ 4601320 w 4693698"/>
              <a:gd name="connsiteY134" fmla="*/ 6523037 h 6858000"/>
              <a:gd name="connsiteX135" fmla="*/ 4581165 w 4693698"/>
              <a:gd name="connsiteY135" fmla="*/ 6561137 h 6858000"/>
              <a:gd name="connsiteX136" fmla="*/ 4561010 w 4693698"/>
              <a:gd name="connsiteY136" fmla="*/ 6597650 h 6858000"/>
              <a:gd name="connsiteX137" fmla="*/ 4544214 w 4693698"/>
              <a:gd name="connsiteY137" fmla="*/ 6640512 h 6858000"/>
              <a:gd name="connsiteX138" fmla="*/ 4527418 w 4693698"/>
              <a:gd name="connsiteY138" fmla="*/ 6683375 h 6858000"/>
              <a:gd name="connsiteX139" fmla="*/ 4517340 w 4693698"/>
              <a:gd name="connsiteY139" fmla="*/ 6735762 h 6858000"/>
              <a:gd name="connsiteX140" fmla="*/ 4508943 w 4693698"/>
              <a:gd name="connsiteY140" fmla="*/ 6791325 h 6858000"/>
              <a:gd name="connsiteX141" fmla="*/ 4503903 w 4693698"/>
              <a:gd name="connsiteY141" fmla="*/ 6858000 h 6858000"/>
              <a:gd name="connsiteX142" fmla="*/ 1582057 w 4693698"/>
              <a:gd name="connsiteY142" fmla="*/ 6858000 h 6858000"/>
              <a:gd name="connsiteX143" fmla="*/ 420914 w 4693698"/>
              <a:gd name="connsiteY143" fmla="*/ 6858000 h 6858000"/>
              <a:gd name="connsiteX144" fmla="*/ 0 w 4693698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693698" h="6858000">
                <a:moveTo>
                  <a:pt x="0" y="0"/>
                </a:moveTo>
                <a:lnTo>
                  <a:pt x="420914" y="0"/>
                </a:lnTo>
                <a:lnTo>
                  <a:pt x="1582057" y="0"/>
                </a:lnTo>
                <a:lnTo>
                  <a:pt x="4503903" y="0"/>
                </a:lnTo>
                <a:lnTo>
                  <a:pt x="4508943" y="66675"/>
                </a:lnTo>
                <a:lnTo>
                  <a:pt x="4517340" y="122237"/>
                </a:lnTo>
                <a:lnTo>
                  <a:pt x="4527418" y="174625"/>
                </a:lnTo>
                <a:lnTo>
                  <a:pt x="4544214" y="217487"/>
                </a:lnTo>
                <a:lnTo>
                  <a:pt x="4561010" y="260350"/>
                </a:lnTo>
                <a:lnTo>
                  <a:pt x="4581165" y="296862"/>
                </a:lnTo>
                <a:lnTo>
                  <a:pt x="4601320" y="334962"/>
                </a:lnTo>
                <a:lnTo>
                  <a:pt x="4619796" y="369887"/>
                </a:lnTo>
                <a:lnTo>
                  <a:pt x="4638271" y="409575"/>
                </a:lnTo>
                <a:lnTo>
                  <a:pt x="4655067" y="450850"/>
                </a:lnTo>
                <a:lnTo>
                  <a:pt x="4670184" y="496887"/>
                </a:lnTo>
                <a:lnTo>
                  <a:pt x="4681941" y="546100"/>
                </a:lnTo>
                <a:lnTo>
                  <a:pt x="4690339" y="606425"/>
                </a:lnTo>
                <a:lnTo>
                  <a:pt x="4693698" y="673100"/>
                </a:lnTo>
                <a:lnTo>
                  <a:pt x="4690339" y="744537"/>
                </a:lnTo>
                <a:lnTo>
                  <a:pt x="4681941" y="801687"/>
                </a:lnTo>
                <a:lnTo>
                  <a:pt x="4670184" y="854075"/>
                </a:lnTo>
                <a:lnTo>
                  <a:pt x="4655067" y="901700"/>
                </a:lnTo>
                <a:lnTo>
                  <a:pt x="4638271" y="942975"/>
                </a:lnTo>
                <a:lnTo>
                  <a:pt x="4618116" y="981075"/>
                </a:lnTo>
                <a:lnTo>
                  <a:pt x="4597961" y="1017587"/>
                </a:lnTo>
                <a:lnTo>
                  <a:pt x="4577806" y="1055687"/>
                </a:lnTo>
                <a:lnTo>
                  <a:pt x="4559330" y="1095375"/>
                </a:lnTo>
                <a:lnTo>
                  <a:pt x="4540854" y="1136650"/>
                </a:lnTo>
                <a:lnTo>
                  <a:pt x="4525739" y="1182687"/>
                </a:lnTo>
                <a:lnTo>
                  <a:pt x="4515661" y="1235075"/>
                </a:lnTo>
                <a:lnTo>
                  <a:pt x="4505583" y="1295400"/>
                </a:lnTo>
                <a:lnTo>
                  <a:pt x="4503903" y="1363662"/>
                </a:lnTo>
                <a:lnTo>
                  <a:pt x="4505583" y="1431925"/>
                </a:lnTo>
                <a:lnTo>
                  <a:pt x="4515661" y="1492250"/>
                </a:lnTo>
                <a:lnTo>
                  <a:pt x="4525739" y="1544637"/>
                </a:lnTo>
                <a:lnTo>
                  <a:pt x="4540854" y="1589087"/>
                </a:lnTo>
                <a:lnTo>
                  <a:pt x="4559330" y="1631950"/>
                </a:lnTo>
                <a:lnTo>
                  <a:pt x="4577806" y="1671637"/>
                </a:lnTo>
                <a:lnTo>
                  <a:pt x="4597961" y="1708150"/>
                </a:lnTo>
                <a:lnTo>
                  <a:pt x="4618116" y="1743075"/>
                </a:lnTo>
                <a:lnTo>
                  <a:pt x="4638271" y="1782762"/>
                </a:lnTo>
                <a:lnTo>
                  <a:pt x="4655067" y="1824037"/>
                </a:lnTo>
                <a:lnTo>
                  <a:pt x="4670184" y="1870075"/>
                </a:lnTo>
                <a:lnTo>
                  <a:pt x="4681941" y="1922462"/>
                </a:lnTo>
                <a:lnTo>
                  <a:pt x="4690339" y="1982787"/>
                </a:lnTo>
                <a:lnTo>
                  <a:pt x="4693698" y="2051050"/>
                </a:lnTo>
                <a:lnTo>
                  <a:pt x="4690339" y="2119312"/>
                </a:lnTo>
                <a:lnTo>
                  <a:pt x="4681941" y="2179637"/>
                </a:lnTo>
                <a:lnTo>
                  <a:pt x="4670184" y="2232025"/>
                </a:lnTo>
                <a:lnTo>
                  <a:pt x="4655067" y="2278062"/>
                </a:lnTo>
                <a:lnTo>
                  <a:pt x="4638271" y="2319337"/>
                </a:lnTo>
                <a:lnTo>
                  <a:pt x="4618116" y="2359025"/>
                </a:lnTo>
                <a:lnTo>
                  <a:pt x="4597961" y="2395537"/>
                </a:lnTo>
                <a:lnTo>
                  <a:pt x="4577806" y="2433637"/>
                </a:lnTo>
                <a:lnTo>
                  <a:pt x="4559330" y="2471737"/>
                </a:lnTo>
                <a:lnTo>
                  <a:pt x="4540854" y="2513012"/>
                </a:lnTo>
                <a:lnTo>
                  <a:pt x="4525739" y="2560637"/>
                </a:lnTo>
                <a:lnTo>
                  <a:pt x="4515661" y="2613025"/>
                </a:lnTo>
                <a:lnTo>
                  <a:pt x="4505583" y="2671762"/>
                </a:lnTo>
                <a:lnTo>
                  <a:pt x="4503903" y="2741612"/>
                </a:lnTo>
                <a:lnTo>
                  <a:pt x="4505583" y="2809875"/>
                </a:lnTo>
                <a:lnTo>
                  <a:pt x="4515661" y="2868612"/>
                </a:lnTo>
                <a:lnTo>
                  <a:pt x="4525739" y="2922587"/>
                </a:lnTo>
                <a:lnTo>
                  <a:pt x="4540854" y="2967037"/>
                </a:lnTo>
                <a:lnTo>
                  <a:pt x="4559330" y="3009900"/>
                </a:lnTo>
                <a:lnTo>
                  <a:pt x="4577806" y="3046412"/>
                </a:lnTo>
                <a:lnTo>
                  <a:pt x="4597961" y="3084512"/>
                </a:lnTo>
                <a:lnTo>
                  <a:pt x="4618116" y="3121025"/>
                </a:lnTo>
                <a:lnTo>
                  <a:pt x="4638271" y="3160712"/>
                </a:lnTo>
                <a:lnTo>
                  <a:pt x="4655067" y="3201987"/>
                </a:lnTo>
                <a:lnTo>
                  <a:pt x="4670184" y="3248025"/>
                </a:lnTo>
                <a:lnTo>
                  <a:pt x="4681941" y="3300412"/>
                </a:lnTo>
                <a:lnTo>
                  <a:pt x="4690339" y="3360737"/>
                </a:lnTo>
                <a:lnTo>
                  <a:pt x="4693698" y="3427412"/>
                </a:lnTo>
                <a:lnTo>
                  <a:pt x="4690339" y="3497262"/>
                </a:lnTo>
                <a:lnTo>
                  <a:pt x="4681941" y="3557587"/>
                </a:lnTo>
                <a:lnTo>
                  <a:pt x="4670184" y="3609975"/>
                </a:lnTo>
                <a:lnTo>
                  <a:pt x="4655067" y="3656012"/>
                </a:lnTo>
                <a:lnTo>
                  <a:pt x="4638271" y="3697287"/>
                </a:lnTo>
                <a:lnTo>
                  <a:pt x="4618116" y="3736975"/>
                </a:lnTo>
                <a:lnTo>
                  <a:pt x="4577806" y="3811587"/>
                </a:lnTo>
                <a:lnTo>
                  <a:pt x="4559330" y="3848100"/>
                </a:lnTo>
                <a:lnTo>
                  <a:pt x="4540854" y="3890962"/>
                </a:lnTo>
                <a:lnTo>
                  <a:pt x="4525739" y="3935412"/>
                </a:lnTo>
                <a:lnTo>
                  <a:pt x="4515661" y="3987800"/>
                </a:lnTo>
                <a:lnTo>
                  <a:pt x="4505583" y="4048125"/>
                </a:lnTo>
                <a:lnTo>
                  <a:pt x="4503903" y="4116387"/>
                </a:lnTo>
                <a:lnTo>
                  <a:pt x="4505583" y="4186237"/>
                </a:lnTo>
                <a:lnTo>
                  <a:pt x="4515661" y="4244975"/>
                </a:lnTo>
                <a:lnTo>
                  <a:pt x="4525739" y="4297362"/>
                </a:lnTo>
                <a:lnTo>
                  <a:pt x="4540854" y="4343400"/>
                </a:lnTo>
                <a:lnTo>
                  <a:pt x="4559330" y="4386262"/>
                </a:lnTo>
                <a:lnTo>
                  <a:pt x="4577806" y="4424362"/>
                </a:lnTo>
                <a:lnTo>
                  <a:pt x="4618116" y="4498975"/>
                </a:lnTo>
                <a:lnTo>
                  <a:pt x="4638271" y="4537075"/>
                </a:lnTo>
                <a:lnTo>
                  <a:pt x="4655067" y="4579937"/>
                </a:lnTo>
                <a:lnTo>
                  <a:pt x="4670184" y="4625975"/>
                </a:lnTo>
                <a:lnTo>
                  <a:pt x="4681941" y="4678362"/>
                </a:lnTo>
                <a:lnTo>
                  <a:pt x="4690339" y="4738687"/>
                </a:lnTo>
                <a:lnTo>
                  <a:pt x="4693698" y="4806950"/>
                </a:lnTo>
                <a:lnTo>
                  <a:pt x="4690339" y="4875212"/>
                </a:lnTo>
                <a:lnTo>
                  <a:pt x="4681941" y="4935537"/>
                </a:lnTo>
                <a:lnTo>
                  <a:pt x="4670184" y="4987925"/>
                </a:lnTo>
                <a:lnTo>
                  <a:pt x="4655067" y="5033962"/>
                </a:lnTo>
                <a:lnTo>
                  <a:pt x="4638271" y="5075237"/>
                </a:lnTo>
                <a:lnTo>
                  <a:pt x="4618116" y="5114925"/>
                </a:lnTo>
                <a:lnTo>
                  <a:pt x="4597961" y="5149850"/>
                </a:lnTo>
                <a:lnTo>
                  <a:pt x="4577806" y="5186362"/>
                </a:lnTo>
                <a:lnTo>
                  <a:pt x="4559330" y="5226050"/>
                </a:lnTo>
                <a:lnTo>
                  <a:pt x="4540854" y="5268912"/>
                </a:lnTo>
                <a:lnTo>
                  <a:pt x="4525739" y="5313362"/>
                </a:lnTo>
                <a:lnTo>
                  <a:pt x="4515661" y="5365750"/>
                </a:lnTo>
                <a:lnTo>
                  <a:pt x="4505583" y="5426075"/>
                </a:lnTo>
                <a:lnTo>
                  <a:pt x="4503903" y="5494337"/>
                </a:lnTo>
                <a:lnTo>
                  <a:pt x="4505583" y="5562600"/>
                </a:lnTo>
                <a:lnTo>
                  <a:pt x="4515661" y="5622925"/>
                </a:lnTo>
                <a:lnTo>
                  <a:pt x="4525739" y="5675312"/>
                </a:lnTo>
                <a:lnTo>
                  <a:pt x="4540854" y="5721350"/>
                </a:lnTo>
                <a:lnTo>
                  <a:pt x="4559330" y="5762625"/>
                </a:lnTo>
                <a:lnTo>
                  <a:pt x="4577806" y="5802312"/>
                </a:lnTo>
                <a:lnTo>
                  <a:pt x="4597961" y="5840412"/>
                </a:lnTo>
                <a:lnTo>
                  <a:pt x="4618116" y="5876925"/>
                </a:lnTo>
                <a:lnTo>
                  <a:pt x="4638271" y="5915025"/>
                </a:lnTo>
                <a:lnTo>
                  <a:pt x="4655067" y="5956300"/>
                </a:lnTo>
                <a:lnTo>
                  <a:pt x="4670184" y="6003925"/>
                </a:lnTo>
                <a:lnTo>
                  <a:pt x="4681941" y="6056312"/>
                </a:lnTo>
                <a:lnTo>
                  <a:pt x="4690339" y="6113462"/>
                </a:lnTo>
                <a:lnTo>
                  <a:pt x="4693698" y="6183312"/>
                </a:lnTo>
                <a:lnTo>
                  <a:pt x="4690339" y="6251575"/>
                </a:lnTo>
                <a:lnTo>
                  <a:pt x="4681941" y="6311900"/>
                </a:lnTo>
                <a:lnTo>
                  <a:pt x="4670184" y="6361112"/>
                </a:lnTo>
                <a:lnTo>
                  <a:pt x="4655067" y="6407150"/>
                </a:lnTo>
                <a:lnTo>
                  <a:pt x="4638271" y="6448425"/>
                </a:lnTo>
                <a:lnTo>
                  <a:pt x="4619796" y="6488112"/>
                </a:lnTo>
                <a:lnTo>
                  <a:pt x="4601320" y="6523037"/>
                </a:lnTo>
                <a:lnTo>
                  <a:pt x="4581165" y="6561137"/>
                </a:lnTo>
                <a:lnTo>
                  <a:pt x="4561010" y="6597650"/>
                </a:lnTo>
                <a:lnTo>
                  <a:pt x="4544214" y="6640512"/>
                </a:lnTo>
                <a:lnTo>
                  <a:pt x="4527418" y="6683375"/>
                </a:lnTo>
                <a:lnTo>
                  <a:pt x="4517340" y="6735762"/>
                </a:lnTo>
                <a:lnTo>
                  <a:pt x="4508943" y="6791325"/>
                </a:lnTo>
                <a:lnTo>
                  <a:pt x="4503903" y="6858000"/>
                </a:lnTo>
                <a:lnTo>
                  <a:pt x="1582057" y="6858000"/>
                </a:lnTo>
                <a:lnTo>
                  <a:pt x="4209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B9FAFB2-BEB5-4848-8018-BCAD99E2E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838076" cy="6858000"/>
          </a:xfrm>
          <a:custGeom>
            <a:avLst/>
            <a:gdLst>
              <a:gd name="connsiteX0" fmla="*/ 4838076 w 4838076"/>
              <a:gd name="connsiteY0" fmla="*/ 0 h 6858000"/>
              <a:gd name="connsiteX1" fmla="*/ 4417162 w 4838076"/>
              <a:gd name="connsiteY1" fmla="*/ 0 h 6858000"/>
              <a:gd name="connsiteX2" fmla="*/ 3459219 w 4838076"/>
              <a:gd name="connsiteY2" fmla="*/ 0 h 6858000"/>
              <a:gd name="connsiteX3" fmla="*/ 334174 w 4838076"/>
              <a:gd name="connsiteY3" fmla="*/ 0 h 6858000"/>
              <a:gd name="connsiteX4" fmla="*/ 334173 w 4838076"/>
              <a:gd name="connsiteY4" fmla="*/ 0 h 6858000"/>
              <a:gd name="connsiteX5" fmla="*/ 189795 w 4838076"/>
              <a:gd name="connsiteY5" fmla="*/ 0 h 6858000"/>
              <a:gd name="connsiteX6" fmla="*/ 184756 w 4838076"/>
              <a:gd name="connsiteY6" fmla="*/ 66675 h 6858000"/>
              <a:gd name="connsiteX7" fmla="*/ 176358 w 4838076"/>
              <a:gd name="connsiteY7" fmla="*/ 122237 h 6858000"/>
              <a:gd name="connsiteX8" fmla="*/ 166281 w 4838076"/>
              <a:gd name="connsiteY8" fmla="*/ 174625 h 6858000"/>
              <a:gd name="connsiteX9" fmla="*/ 149485 w 4838076"/>
              <a:gd name="connsiteY9" fmla="*/ 217487 h 6858000"/>
              <a:gd name="connsiteX10" fmla="*/ 132689 w 4838076"/>
              <a:gd name="connsiteY10" fmla="*/ 260350 h 6858000"/>
              <a:gd name="connsiteX11" fmla="*/ 112534 w 4838076"/>
              <a:gd name="connsiteY11" fmla="*/ 296862 h 6858000"/>
              <a:gd name="connsiteX12" fmla="*/ 92379 w 4838076"/>
              <a:gd name="connsiteY12" fmla="*/ 334962 h 6858000"/>
              <a:gd name="connsiteX13" fmla="*/ 73903 w 4838076"/>
              <a:gd name="connsiteY13" fmla="*/ 369887 h 6858000"/>
              <a:gd name="connsiteX14" fmla="*/ 55427 w 4838076"/>
              <a:gd name="connsiteY14" fmla="*/ 409575 h 6858000"/>
              <a:gd name="connsiteX15" fmla="*/ 38632 w 4838076"/>
              <a:gd name="connsiteY15" fmla="*/ 450850 h 6858000"/>
              <a:gd name="connsiteX16" fmla="*/ 23515 w 4838076"/>
              <a:gd name="connsiteY16" fmla="*/ 496887 h 6858000"/>
              <a:gd name="connsiteX17" fmla="*/ 11758 w 4838076"/>
              <a:gd name="connsiteY17" fmla="*/ 546100 h 6858000"/>
              <a:gd name="connsiteX18" fmla="*/ 3359 w 4838076"/>
              <a:gd name="connsiteY18" fmla="*/ 606425 h 6858000"/>
              <a:gd name="connsiteX19" fmla="*/ 0 w 4838076"/>
              <a:gd name="connsiteY19" fmla="*/ 673100 h 6858000"/>
              <a:gd name="connsiteX20" fmla="*/ 3359 w 4838076"/>
              <a:gd name="connsiteY20" fmla="*/ 744537 h 6858000"/>
              <a:gd name="connsiteX21" fmla="*/ 11758 w 4838076"/>
              <a:gd name="connsiteY21" fmla="*/ 801687 h 6858000"/>
              <a:gd name="connsiteX22" fmla="*/ 23515 w 4838076"/>
              <a:gd name="connsiteY22" fmla="*/ 854075 h 6858000"/>
              <a:gd name="connsiteX23" fmla="*/ 38632 w 4838076"/>
              <a:gd name="connsiteY23" fmla="*/ 901700 h 6858000"/>
              <a:gd name="connsiteX24" fmla="*/ 55427 w 4838076"/>
              <a:gd name="connsiteY24" fmla="*/ 942975 h 6858000"/>
              <a:gd name="connsiteX25" fmla="*/ 75583 w 4838076"/>
              <a:gd name="connsiteY25" fmla="*/ 981075 h 6858000"/>
              <a:gd name="connsiteX26" fmla="*/ 95738 w 4838076"/>
              <a:gd name="connsiteY26" fmla="*/ 1017587 h 6858000"/>
              <a:gd name="connsiteX27" fmla="*/ 115893 w 4838076"/>
              <a:gd name="connsiteY27" fmla="*/ 1055687 h 6858000"/>
              <a:gd name="connsiteX28" fmla="*/ 134368 w 4838076"/>
              <a:gd name="connsiteY28" fmla="*/ 1095375 h 6858000"/>
              <a:gd name="connsiteX29" fmla="*/ 152844 w 4838076"/>
              <a:gd name="connsiteY29" fmla="*/ 1136650 h 6858000"/>
              <a:gd name="connsiteX30" fmla="*/ 167960 w 4838076"/>
              <a:gd name="connsiteY30" fmla="*/ 1182687 h 6858000"/>
              <a:gd name="connsiteX31" fmla="*/ 178038 w 4838076"/>
              <a:gd name="connsiteY31" fmla="*/ 1235075 h 6858000"/>
              <a:gd name="connsiteX32" fmla="*/ 188115 w 4838076"/>
              <a:gd name="connsiteY32" fmla="*/ 1295400 h 6858000"/>
              <a:gd name="connsiteX33" fmla="*/ 189795 w 4838076"/>
              <a:gd name="connsiteY33" fmla="*/ 1363662 h 6858000"/>
              <a:gd name="connsiteX34" fmla="*/ 188115 w 4838076"/>
              <a:gd name="connsiteY34" fmla="*/ 1431925 h 6858000"/>
              <a:gd name="connsiteX35" fmla="*/ 178038 w 4838076"/>
              <a:gd name="connsiteY35" fmla="*/ 1492250 h 6858000"/>
              <a:gd name="connsiteX36" fmla="*/ 167960 w 4838076"/>
              <a:gd name="connsiteY36" fmla="*/ 1544637 h 6858000"/>
              <a:gd name="connsiteX37" fmla="*/ 152844 w 4838076"/>
              <a:gd name="connsiteY37" fmla="*/ 1589087 h 6858000"/>
              <a:gd name="connsiteX38" fmla="*/ 134368 w 4838076"/>
              <a:gd name="connsiteY38" fmla="*/ 1631950 h 6858000"/>
              <a:gd name="connsiteX39" fmla="*/ 115893 w 4838076"/>
              <a:gd name="connsiteY39" fmla="*/ 1671637 h 6858000"/>
              <a:gd name="connsiteX40" fmla="*/ 95738 w 4838076"/>
              <a:gd name="connsiteY40" fmla="*/ 1708150 h 6858000"/>
              <a:gd name="connsiteX41" fmla="*/ 75583 w 4838076"/>
              <a:gd name="connsiteY41" fmla="*/ 1743075 h 6858000"/>
              <a:gd name="connsiteX42" fmla="*/ 55427 w 4838076"/>
              <a:gd name="connsiteY42" fmla="*/ 1782762 h 6858000"/>
              <a:gd name="connsiteX43" fmla="*/ 38632 w 4838076"/>
              <a:gd name="connsiteY43" fmla="*/ 1824037 h 6858000"/>
              <a:gd name="connsiteX44" fmla="*/ 23515 w 4838076"/>
              <a:gd name="connsiteY44" fmla="*/ 1870075 h 6858000"/>
              <a:gd name="connsiteX45" fmla="*/ 11758 w 4838076"/>
              <a:gd name="connsiteY45" fmla="*/ 1922462 h 6858000"/>
              <a:gd name="connsiteX46" fmla="*/ 3359 w 4838076"/>
              <a:gd name="connsiteY46" fmla="*/ 1982787 h 6858000"/>
              <a:gd name="connsiteX47" fmla="*/ 0 w 4838076"/>
              <a:gd name="connsiteY47" fmla="*/ 2051050 h 6858000"/>
              <a:gd name="connsiteX48" fmla="*/ 3359 w 4838076"/>
              <a:gd name="connsiteY48" fmla="*/ 2119312 h 6858000"/>
              <a:gd name="connsiteX49" fmla="*/ 11758 w 4838076"/>
              <a:gd name="connsiteY49" fmla="*/ 2179637 h 6858000"/>
              <a:gd name="connsiteX50" fmla="*/ 23515 w 4838076"/>
              <a:gd name="connsiteY50" fmla="*/ 2232025 h 6858000"/>
              <a:gd name="connsiteX51" fmla="*/ 38632 w 4838076"/>
              <a:gd name="connsiteY51" fmla="*/ 2278062 h 6858000"/>
              <a:gd name="connsiteX52" fmla="*/ 55427 w 4838076"/>
              <a:gd name="connsiteY52" fmla="*/ 2319337 h 6858000"/>
              <a:gd name="connsiteX53" fmla="*/ 75583 w 4838076"/>
              <a:gd name="connsiteY53" fmla="*/ 2359025 h 6858000"/>
              <a:gd name="connsiteX54" fmla="*/ 95738 w 4838076"/>
              <a:gd name="connsiteY54" fmla="*/ 2395537 h 6858000"/>
              <a:gd name="connsiteX55" fmla="*/ 115893 w 4838076"/>
              <a:gd name="connsiteY55" fmla="*/ 2433637 h 6858000"/>
              <a:gd name="connsiteX56" fmla="*/ 134368 w 4838076"/>
              <a:gd name="connsiteY56" fmla="*/ 2471737 h 6858000"/>
              <a:gd name="connsiteX57" fmla="*/ 152844 w 4838076"/>
              <a:gd name="connsiteY57" fmla="*/ 2513012 h 6858000"/>
              <a:gd name="connsiteX58" fmla="*/ 167960 w 4838076"/>
              <a:gd name="connsiteY58" fmla="*/ 2560637 h 6858000"/>
              <a:gd name="connsiteX59" fmla="*/ 178038 w 4838076"/>
              <a:gd name="connsiteY59" fmla="*/ 2613025 h 6858000"/>
              <a:gd name="connsiteX60" fmla="*/ 188115 w 4838076"/>
              <a:gd name="connsiteY60" fmla="*/ 2671762 h 6858000"/>
              <a:gd name="connsiteX61" fmla="*/ 189795 w 4838076"/>
              <a:gd name="connsiteY61" fmla="*/ 2741612 h 6858000"/>
              <a:gd name="connsiteX62" fmla="*/ 188115 w 4838076"/>
              <a:gd name="connsiteY62" fmla="*/ 2809875 h 6858000"/>
              <a:gd name="connsiteX63" fmla="*/ 178038 w 4838076"/>
              <a:gd name="connsiteY63" fmla="*/ 2868612 h 6858000"/>
              <a:gd name="connsiteX64" fmla="*/ 167960 w 4838076"/>
              <a:gd name="connsiteY64" fmla="*/ 2922587 h 6858000"/>
              <a:gd name="connsiteX65" fmla="*/ 152844 w 4838076"/>
              <a:gd name="connsiteY65" fmla="*/ 2967037 h 6858000"/>
              <a:gd name="connsiteX66" fmla="*/ 134368 w 4838076"/>
              <a:gd name="connsiteY66" fmla="*/ 3009900 h 6858000"/>
              <a:gd name="connsiteX67" fmla="*/ 115893 w 4838076"/>
              <a:gd name="connsiteY67" fmla="*/ 3046412 h 6858000"/>
              <a:gd name="connsiteX68" fmla="*/ 95738 w 4838076"/>
              <a:gd name="connsiteY68" fmla="*/ 3084512 h 6858000"/>
              <a:gd name="connsiteX69" fmla="*/ 75583 w 4838076"/>
              <a:gd name="connsiteY69" fmla="*/ 3121025 h 6858000"/>
              <a:gd name="connsiteX70" fmla="*/ 55427 w 4838076"/>
              <a:gd name="connsiteY70" fmla="*/ 3160712 h 6858000"/>
              <a:gd name="connsiteX71" fmla="*/ 38632 w 4838076"/>
              <a:gd name="connsiteY71" fmla="*/ 3201987 h 6858000"/>
              <a:gd name="connsiteX72" fmla="*/ 23515 w 4838076"/>
              <a:gd name="connsiteY72" fmla="*/ 3248025 h 6858000"/>
              <a:gd name="connsiteX73" fmla="*/ 11758 w 4838076"/>
              <a:gd name="connsiteY73" fmla="*/ 3300412 h 6858000"/>
              <a:gd name="connsiteX74" fmla="*/ 3359 w 4838076"/>
              <a:gd name="connsiteY74" fmla="*/ 3360737 h 6858000"/>
              <a:gd name="connsiteX75" fmla="*/ 0 w 4838076"/>
              <a:gd name="connsiteY75" fmla="*/ 3427412 h 6858000"/>
              <a:gd name="connsiteX76" fmla="*/ 3359 w 4838076"/>
              <a:gd name="connsiteY76" fmla="*/ 3497262 h 6858000"/>
              <a:gd name="connsiteX77" fmla="*/ 11758 w 4838076"/>
              <a:gd name="connsiteY77" fmla="*/ 3557587 h 6858000"/>
              <a:gd name="connsiteX78" fmla="*/ 23515 w 4838076"/>
              <a:gd name="connsiteY78" fmla="*/ 3609975 h 6858000"/>
              <a:gd name="connsiteX79" fmla="*/ 38632 w 4838076"/>
              <a:gd name="connsiteY79" fmla="*/ 3656012 h 6858000"/>
              <a:gd name="connsiteX80" fmla="*/ 55427 w 4838076"/>
              <a:gd name="connsiteY80" fmla="*/ 3697287 h 6858000"/>
              <a:gd name="connsiteX81" fmla="*/ 75583 w 4838076"/>
              <a:gd name="connsiteY81" fmla="*/ 3736975 h 6858000"/>
              <a:gd name="connsiteX82" fmla="*/ 115893 w 4838076"/>
              <a:gd name="connsiteY82" fmla="*/ 3811587 h 6858000"/>
              <a:gd name="connsiteX83" fmla="*/ 134368 w 4838076"/>
              <a:gd name="connsiteY83" fmla="*/ 3848100 h 6858000"/>
              <a:gd name="connsiteX84" fmla="*/ 152844 w 4838076"/>
              <a:gd name="connsiteY84" fmla="*/ 3890962 h 6858000"/>
              <a:gd name="connsiteX85" fmla="*/ 167960 w 4838076"/>
              <a:gd name="connsiteY85" fmla="*/ 3935412 h 6858000"/>
              <a:gd name="connsiteX86" fmla="*/ 178038 w 4838076"/>
              <a:gd name="connsiteY86" fmla="*/ 3987800 h 6858000"/>
              <a:gd name="connsiteX87" fmla="*/ 188115 w 4838076"/>
              <a:gd name="connsiteY87" fmla="*/ 4048125 h 6858000"/>
              <a:gd name="connsiteX88" fmla="*/ 189795 w 4838076"/>
              <a:gd name="connsiteY88" fmla="*/ 4116387 h 6858000"/>
              <a:gd name="connsiteX89" fmla="*/ 188115 w 4838076"/>
              <a:gd name="connsiteY89" fmla="*/ 4186237 h 6858000"/>
              <a:gd name="connsiteX90" fmla="*/ 178038 w 4838076"/>
              <a:gd name="connsiteY90" fmla="*/ 4244975 h 6858000"/>
              <a:gd name="connsiteX91" fmla="*/ 167960 w 4838076"/>
              <a:gd name="connsiteY91" fmla="*/ 4297362 h 6858000"/>
              <a:gd name="connsiteX92" fmla="*/ 152844 w 4838076"/>
              <a:gd name="connsiteY92" fmla="*/ 4343400 h 6858000"/>
              <a:gd name="connsiteX93" fmla="*/ 134368 w 4838076"/>
              <a:gd name="connsiteY93" fmla="*/ 4386262 h 6858000"/>
              <a:gd name="connsiteX94" fmla="*/ 115893 w 4838076"/>
              <a:gd name="connsiteY94" fmla="*/ 4424362 h 6858000"/>
              <a:gd name="connsiteX95" fmla="*/ 75583 w 4838076"/>
              <a:gd name="connsiteY95" fmla="*/ 4498975 h 6858000"/>
              <a:gd name="connsiteX96" fmla="*/ 55427 w 4838076"/>
              <a:gd name="connsiteY96" fmla="*/ 4537075 h 6858000"/>
              <a:gd name="connsiteX97" fmla="*/ 38632 w 4838076"/>
              <a:gd name="connsiteY97" fmla="*/ 4579937 h 6858000"/>
              <a:gd name="connsiteX98" fmla="*/ 23515 w 4838076"/>
              <a:gd name="connsiteY98" fmla="*/ 4625975 h 6858000"/>
              <a:gd name="connsiteX99" fmla="*/ 11758 w 4838076"/>
              <a:gd name="connsiteY99" fmla="*/ 4678362 h 6858000"/>
              <a:gd name="connsiteX100" fmla="*/ 3359 w 4838076"/>
              <a:gd name="connsiteY100" fmla="*/ 4738687 h 6858000"/>
              <a:gd name="connsiteX101" fmla="*/ 0 w 4838076"/>
              <a:gd name="connsiteY101" fmla="*/ 4806950 h 6858000"/>
              <a:gd name="connsiteX102" fmla="*/ 3359 w 4838076"/>
              <a:gd name="connsiteY102" fmla="*/ 4875212 h 6858000"/>
              <a:gd name="connsiteX103" fmla="*/ 11758 w 4838076"/>
              <a:gd name="connsiteY103" fmla="*/ 4935537 h 6858000"/>
              <a:gd name="connsiteX104" fmla="*/ 23515 w 4838076"/>
              <a:gd name="connsiteY104" fmla="*/ 4987925 h 6858000"/>
              <a:gd name="connsiteX105" fmla="*/ 38632 w 4838076"/>
              <a:gd name="connsiteY105" fmla="*/ 5033962 h 6858000"/>
              <a:gd name="connsiteX106" fmla="*/ 55427 w 4838076"/>
              <a:gd name="connsiteY106" fmla="*/ 5075237 h 6858000"/>
              <a:gd name="connsiteX107" fmla="*/ 75583 w 4838076"/>
              <a:gd name="connsiteY107" fmla="*/ 5114925 h 6858000"/>
              <a:gd name="connsiteX108" fmla="*/ 95738 w 4838076"/>
              <a:gd name="connsiteY108" fmla="*/ 5149850 h 6858000"/>
              <a:gd name="connsiteX109" fmla="*/ 115893 w 4838076"/>
              <a:gd name="connsiteY109" fmla="*/ 5186362 h 6858000"/>
              <a:gd name="connsiteX110" fmla="*/ 134368 w 4838076"/>
              <a:gd name="connsiteY110" fmla="*/ 5226050 h 6858000"/>
              <a:gd name="connsiteX111" fmla="*/ 152844 w 4838076"/>
              <a:gd name="connsiteY111" fmla="*/ 5268912 h 6858000"/>
              <a:gd name="connsiteX112" fmla="*/ 167960 w 4838076"/>
              <a:gd name="connsiteY112" fmla="*/ 5313362 h 6858000"/>
              <a:gd name="connsiteX113" fmla="*/ 178038 w 4838076"/>
              <a:gd name="connsiteY113" fmla="*/ 5365750 h 6858000"/>
              <a:gd name="connsiteX114" fmla="*/ 188115 w 4838076"/>
              <a:gd name="connsiteY114" fmla="*/ 5426075 h 6858000"/>
              <a:gd name="connsiteX115" fmla="*/ 189795 w 4838076"/>
              <a:gd name="connsiteY115" fmla="*/ 5494337 h 6858000"/>
              <a:gd name="connsiteX116" fmla="*/ 188115 w 4838076"/>
              <a:gd name="connsiteY116" fmla="*/ 5562600 h 6858000"/>
              <a:gd name="connsiteX117" fmla="*/ 178038 w 4838076"/>
              <a:gd name="connsiteY117" fmla="*/ 5622925 h 6858000"/>
              <a:gd name="connsiteX118" fmla="*/ 167960 w 4838076"/>
              <a:gd name="connsiteY118" fmla="*/ 5675312 h 6858000"/>
              <a:gd name="connsiteX119" fmla="*/ 152844 w 4838076"/>
              <a:gd name="connsiteY119" fmla="*/ 5721350 h 6858000"/>
              <a:gd name="connsiteX120" fmla="*/ 134368 w 4838076"/>
              <a:gd name="connsiteY120" fmla="*/ 5762625 h 6858000"/>
              <a:gd name="connsiteX121" fmla="*/ 115893 w 4838076"/>
              <a:gd name="connsiteY121" fmla="*/ 5802312 h 6858000"/>
              <a:gd name="connsiteX122" fmla="*/ 95738 w 4838076"/>
              <a:gd name="connsiteY122" fmla="*/ 5840412 h 6858000"/>
              <a:gd name="connsiteX123" fmla="*/ 75583 w 4838076"/>
              <a:gd name="connsiteY123" fmla="*/ 5876925 h 6858000"/>
              <a:gd name="connsiteX124" fmla="*/ 55427 w 4838076"/>
              <a:gd name="connsiteY124" fmla="*/ 5915025 h 6858000"/>
              <a:gd name="connsiteX125" fmla="*/ 38632 w 4838076"/>
              <a:gd name="connsiteY125" fmla="*/ 5956300 h 6858000"/>
              <a:gd name="connsiteX126" fmla="*/ 23515 w 4838076"/>
              <a:gd name="connsiteY126" fmla="*/ 6003925 h 6858000"/>
              <a:gd name="connsiteX127" fmla="*/ 11758 w 4838076"/>
              <a:gd name="connsiteY127" fmla="*/ 6056312 h 6858000"/>
              <a:gd name="connsiteX128" fmla="*/ 3359 w 4838076"/>
              <a:gd name="connsiteY128" fmla="*/ 6113462 h 6858000"/>
              <a:gd name="connsiteX129" fmla="*/ 0 w 4838076"/>
              <a:gd name="connsiteY129" fmla="*/ 6183312 h 6858000"/>
              <a:gd name="connsiteX130" fmla="*/ 3359 w 4838076"/>
              <a:gd name="connsiteY130" fmla="*/ 6251575 h 6858000"/>
              <a:gd name="connsiteX131" fmla="*/ 11758 w 4838076"/>
              <a:gd name="connsiteY131" fmla="*/ 6311900 h 6858000"/>
              <a:gd name="connsiteX132" fmla="*/ 23515 w 4838076"/>
              <a:gd name="connsiteY132" fmla="*/ 6361112 h 6858000"/>
              <a:gd name="connsiteX133" fmla="*/ 38632 w 4838076"/>
              <a:gd name="connsiteY133" fmla="*/ 6407150 h 6858000"/>
              <a:gd name="connsiteX134" fmla="*/ 55427 w 4838076"/>
              <a:gd name="connsiteY134" fmla="*/ 6448425 h 6858000"/>
              <a:gd name="connsiteX135" fmla="*/ 73903 w 4838076"/>
              <a:gd name="connsiteY135" fmla="*/ 6488112 h 6858000"/>
              <a:gd name="connsiteX136" fmla="*/ 92379 w 4838076"/>
              <a:gd name="connsiteY136" fmla="*/ 6523037 h 6858000"/>
              <a:gd name="connsiteX137" fmla="*/ 112534 w 4838076"/>
              <a:gd name="connsiteY137" fmla="*/ 6561137 h 6858000"/>
              <a:gd name="connsiteX138" fmla="*/ 132689 w 4838076"/>
              <a:gd name="connsiteY138" fmla="*/ 6597650 h 6858000"/>
              <a:gd name="connsiteX139" fmla="*/ 149485 w 4838076"/>
              <a:gd name="connsiteY139" fmla="*/ 6640512 h 6858000"/>
              <a:gd name="connsiteX140" fmla="*/ 166281 w 4838076"/>
              <a:gd name="connsiteY140" fmla="*/ 6683375 h 6858000"/>
              <a:gd name="connsiteX141" fmla="*/ 176358 w 4838076"/>
              <a:gd name="connsiteY141" fmla="*/ 6735762 h 6858000"/>
              <a:gd name="connsiteX142" fmla="*/ 184756 w 4838076"/>
              <a:gd name="connsiteY142" fmla="*/ 6791325 h 6858000"/>
              <a:gd name="connsiteX143" fmla="*/ 189795 w 4838076"/>
              <a:gd name="connsiteY143" fmla="*/ 6858000 h 6858000"/>
              <a:gd name="connsiteX144" fmla="*/ 334173 w 4838076"/>
              <a:gd name="connsiteY144" fmla="*/ 6858000 h 6858000"/>
              <a:gd name="connsiteX145" fmla="*/ 334174 w 4838076"/>
              <a:gd name="connsiteY145" fmla="*/ 6858000 h 6858000"/>
              <a:gd name="connsiteX146" fmla="*/ 3459219 w 4838076"/>
              <a:gd name="connsiteY146" fmla="*/ 6858000 h 6858000"/>
              <a:gd name="connsiteX147" fmla="*/ 4417162 w 4838076"/>
              <a:gd name="connsiteY147" fmla="*/ 6858000 h 6858000"/>
              <a:gd name="connsiteX148" fmla="*/ 4838076 w 4838076"/>
              <a:gd name="connsiteY14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</a:cxnLst>
            <a:rect l="l" t="t" r="r" b="b"/>
            <a:pathLst>
              <a:path w="4838076" h="6858000">
                <a:moveTo>
                  <a:pt x="4838076" y="0"/>
                </a:moveTo>
                <a:lnTo>
                  <a:pt x="4417162" y="0"/>
                </a:lnTo>
                <a:lnTo>
                  <a:pt x="3459219" y="0"/>
                </a:ln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3459219" y="6858000"/>
                </a:lnTo>
                <a:lnTo>
                  <a:pt x="4417162" y="6858000"/>
                </a:lnTo>
                <a:lnTo>
                  <a:pt x="4838076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296" y="1412776"/>
            <a:ext cx="3384000" cy="149213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5400" dirty="0" err="1">
                <a:solidFill>
                  <a:schemeClr val="bg1"/>
                </a:solidFill>
              </a:rPr>
              <a:t>Plágio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Conceitual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0459F718-5DD5-45EF-AA18-43A3BD669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751" y="404664"/>
            <a:ext cx="4944790" cy="6048672"/>
          </a:xfrm>
          <a:prstGeom prst="rect">
            <a:avLst/>
          </a:prstGeom>
        </p:spPr>
      </p:pic>
      <p:pic>
        <p:nvPicPr>
          <p:cNvPr id="2050" name="Picture 2" descr="NOSSO ESCRITÓRIO NA MÍDIA - Zilinskas">
            <a:extLst>
              <a:ext uri="{FF2B5EF4-FFF2-40B4-BE49-F238E27FC236}">
                <a16:creationId xmlns:a16="http://schemas.microsoft.com/office/drawing/2014/main" id="{520B58B9-65FC-4FFE-80A3-12310A98DC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3256558"/>
            <a:ext cx="3384550" cy="1903809"/>
          </a:xfrm>
          <a:prstGeom prst="roundRect">
            <a:avLst>
              <a:gd name="adj" fmla="val 500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2AB772FE-EDBF-489B-9AD8-51389FEF2F3C}"/>
              </a:ext>
            </a:extLst>
          </p:cNvPr>
          <p:cNvSpPr txBox="1"/>
          <p:nvPr/>
        </p:nvSpPr>
        <p:spPr>
          <a:xfrm>
            <a:off x="5369318" y="6525262"/>
            <a:ext cx="6097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/>
              <a:t>Fonte: </a:t>
            </a:r>
            <a:r>
              <a:rPr lang="pt-BR" sz="1100" dirty="0"/>
              <a:t>COMISSÃO (2011).</a:t>
            </a:r>
          </a:p>
        </p:txBody>
      </p:sp>
    </p:spTree>
    <p:extLst>
      <p:ext uri="{BB962C8B-B14F-4D97-AF65-F5344CB8AC3E}">
        <p14:creationId xmlns:p14="http://schemas.microsoft.com/office/powerpoint/2010/main" val="392081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E </a:t>
            </a:r>
            <a:r>
              <a:rPr lang="en-US" sz="4000" dirty="0" err="1"/>
              <a:t>como</a:t>
            </a:r>
            <a:r>
              <a:rPr lang="en-US" sz="4000" dirty="0"/>
              <a:t> </a:t>
            </a:r>
            <a:r>
              <a:rPr lang="en-US" sz="4000" dirty="0" err="1"/>
              <a:t>fazer</a:t>
            </a:r>
            <a:r>
              <a:rPr lang="en-US" sz="4000" dirty="0"/>
              <a:t>?</a:t>
            </a:r>
          </a:p>
        </p:txBody>
      </p:sp>
      <p:sp>
        <p:nvSpPr>
          <p:cNvPr id="7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1E644BB-5282-4098-892D-FDC4E1DC6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>
                <a:solidFill>
                  <a:schemeClr val="tx1"/>
                </a:solidFill>
              </a:rPr>
              <a:t>“[...] basta escrever com suas próprias palavras de modo a explicar todas as citações, apresentar as fontes no próprio texto, e, se necessário, incluir as citações diretas (texto literal do autor utilizado) à medida que o trabalho vai sendo desenvolvido” (COMISSÃO, 2011).</a:t>
            </a:r>
          </a:p>
        </p:txBody>
      </p:sp>
      <p:pic>
        <p:nvPicPr>
          <p:cNvPr id="7" name="Picture 4" descr="desespero | Equipe Agora eu passo">
            <a:extLst>
              <a:ext uri="{FF2B5EF4-FFF2-40B4-BE49-F238E27FC236}">
                <a16:creationId xmlns:a16="http://schemas.microsoft.com/office/drawing/2014/main" id="{C7EF8A2B-5257-485C-ADAB-CD7166B65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39230" y="640080"/>
            <a:ext cx="4378604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310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6" name="Rectangle 7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highlight>
                  <a:srgbClr val="000000"/>
                </a:highlight>
              </a:rPr>
              <a:t>E </a:t>
            </a:r>
            <a:r>
              <a:rPr lang="en-US" sz="4000" dirty="0" err="1">
                <a:solidFill>
                  <a:schemeClr val="bg1"/>
                </a:solidFill>
                <a:highlight>
                  <a:srgbClr val="000000"/>
                </a:highlight>
              </a:rPr>
              <a:t>como</a:t>
            </a:r>
            <a:r>
              <a:rPr lang="en-US" sz="4000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US" sz="4000" dirty="0" err="1">
                <a:solidFill>
                  <a:schemeClr val="bg1"/>
                </a:solidFill>
                <a:highlight>
                  <a:srgbClr val="000000"/>
                </a:highlight>
              </a:rPr>
              <a:t>fazer</a:t>
            </a:r>
            <a:r>
              <a:rPr lang="en-US" sz="4000" dirty="0">
                <a:solidFill>
                  <a:schemeClr val="bg1"/>
                </a:solidFill>
                <a:highlight>
                  <a:srgbClr val="000000"/>
                </a:highlight>
              </a:rPr>
              <a:t>?</a:t>
            </a:r>
          </a:p>
        </p:txBody>
      </p:sp>
      <p:sp>
        <p:nvSpPr>
          <p:cNvPr id="307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F8CBD07-E55E-4091-AD65-66213D338CA1}"/>
              </a:ext>
            </a:extLst>
          </p:cNvPr>
          <p:cNvGrpSpPr/>
          <p:nvPr/>
        </p:nvGrpSpPr>
        <p:grpSpPr>
          <a:xfrm>
            <a:off x="5879976" y="205245"/>
            <a:ext cx="5464207" cy="6447509"/>
            <a:chOff x="5879976" y="205245"/>
            <a:chExt cx="5464207" cy="644750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6A2DF97-CECE-4AE7-B8A6-C20F81BB0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9976" y="205245"/>
              <a:ext cx="5464207" cy="3690556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781FB964-EED8-41BA-A078-66D314F74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79976" y="3883131"/>
              <a:ext cx="5368702" cy="2769623"/>
            </a:xfrm>
            <a:prstGeom prst="rect">
              <a:avLst/>
            </a:prstGeom>
          </p:spPr>
        </p:pic>
      </p:grpSp>
      <p:pic>
        <p:nvPicPr>
          <p:cNvPr id="6146" name="Picture 2" descr="Seta verde direita, seta verde, seta verde, diversos, ângulo, triângulo png  | PNGWing">
            <a:extLst>
              <a:ext uri="{FF2B5EF4-FFF2-40B4-BE49-F238E27FC236}">
                <a16:creationId xmlns:a16="http://schemas.microsoft.com/office/drawing/2014/main" id="{0B74BA40-63C3-4629-9F7A-3F22E709C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45" b="97593" l="10000" r="90000">
                        <a14:foregroundMark x1="49457" y1="10941" x2="53261" y2="10503"/>
                        <a14:foregroundMark x1="48152" y1="2845" x2="50435" y2="7002"/>
                        <a14:foregroundMark x1="49457" y1="90810" x2="54783" y2="90372"/>
                        <a14:foregroundMark x1="49239" y1="97593" x2="51304" y2="95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32" y="1336588"/>
            <a:ext cx="1955587" cy="97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eta verde direita, seta verde, seta verde, diversos, ângulo, triângulo png  | PNGWing">
            <a:extLst>
              <a:ext uri="{FF2B5EF4-FFF2-40B4-BE49-F238E27FC236}">
                <a16:creationId xmlns:a16="http://schemas.microsoft.com/office/drawing/2014/main" id="{8097E1B1-5238-46EF-8F03-4A6ED9E38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45" b="97593" l="10000" r="90000">
                        <a14:foregroundMark x1="49457" y1="10941" x2="53261" y2="10503"/>
                        <a14:foregroundMark x1="48152" y1="2845" x2="50435" y2="7002"/>
                        <a14:foregroundMark x1="49457" y1="90810" x2="54783" y2="90372"/>
                        <a14:foregroundMark x1="49239" y1="97593" x2="51304" y2="95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308" y="3063801"/>
            <a:ext cx="1955587" cy="97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Seta verde direita, seta verde, seta verde, diversos, ângulo, triângulo png  | PNGWing">
            <a:extLst>
              <a:ext uri="{FF2B5EF4-FFF2-40B4-BE49-F238E27FC236}">
                <a16:creationId xmlns:a16="http://schemas.microsoft.com/office/drawing/2014/main" id="{EA67D96E-8765-4238-9FDD-67A670D89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45" b="97593" l="10000" r="90000">
                        <a14:foregroundMark x1="49457" y1="10941" x2="53261" y2="10503"/>
                        <a14:foregroundMark x1="48152" y1="2845" x2="50435" y2="7002"/>
                        <a14:foregroundMark x1="49457" y1="90810" x2="54783" y2="90372"/>
                        <a14:foregroundMark x1="49239" y1="97593" x2="51304" y2="95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120" y="5189191"/>
            <a:ext cx="1955587" cy="97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T&amp;#39;S OK - song by Nightbirde | Spotify">
            <a:extLst>
              <a:ext uri="{FF2B5EF4-FFF2-40B4-BE49-F238E27FC236}">
                <a16:creationId xmlns:a16="http://schemas.microsoft.com/office/drawing/2014/main" id="{D740C1FA-DA90-4007-B5CF-198CA4F5A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16" y="2518708"/>
            <a:ext cx="4148248" cy="414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11C23EFC-E9F5-444D-BD31-A4141588C3B8}"/>
              </a:ext>
            </a:extLst>
          </p:cNvPr>
          <p:cNvSpPr txBox="1"/>
          <p:nvPr/>
        </p:nvSpPr>
        <p:spPr>
          <a:xfrm>
            <a:off x="5675528" y="6623774"/>
            <a:ext cx="6097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/>
              <a:t>Fonte: </a:t>
            </a:r>
            <a:r>
              <a:rPr lang="pt-BR" sz="1100" dirty="0"/>
              <a:t>COMISSÃO (2011).</a:t>
            </a:r>
          </a:p>
        </p:txBody>
      </p:sp>
    </p:spTree>
    <p:extLst>
      <p:ext uri="{BB962C8B-B14F-4D97-AF65-F5344CB8AC3E}">
        <p14:creationId xmlns:p14="http://schemas.microsoft.com/office/powerpoint/2010/main" val="389691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2" name="Rectangle 72">
            <a:extLst>
              <a:ext uri="{FF2B5EF4-FFF2-40B4-BE49-F238E27FC236}">
                <a16:creationId xmlns:a16="http://schemas.microsoft.com/office/drawing/2014/main" id="{E2EB7817-E168-4C54-A112-A79DDCDB3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8E8E2-3F29-4C51-B5D0-BE00F6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50" y="891541"/>
            <a:ext cx="5866189" cy="40740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Ferramentas para </a:t>
            </a:r>
            <a:r>
              <a:rPr lang="en-US" sz="6600" dirty="0" err="1"/>
              <a:t>detectar</a:t>
            </a:r>
            <a:r>
              <a:rPr lang="en-US" sz="6600" dirty="0"/>
              <a:t> </a:t>
            </a:r>
            <a:r>
              <a:rPr lang="en-US" sz="6600" dirty="0" err="1"/>
              <a:t>plágio</a:t>
            </a:r>
            <a:endParaRPr lang="en-US" sz="6600" dirty="0"/>
          </a:p>
        </p:txBody>
      </p:sp>
      <p:sp>
        <p:nvSpPr>
          <p:cNvPr id="7173" name="Rectangle 74">
            <a:extLst>
              <a:ext uri="{FF2B5EF4-FFF2-40B4-BE49-F238E27FC236}">
                <a16:creationId xmlns:a16="http://schemas.microsoft.com/office/drawing/2014/main" id="{8358AEE7-96E5-490E-93E2-263A0D51B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CopySpider Software Anti-plágio - Home | Facebook">
            <a:extLst>
              <a:ext uri="{FF2B5EF4-FFF2-40B4-BE49-F238E27FC236}">
                <a16:creationId xmlns:a16="http://schemas.microsoft.com/office/drawing/2014/main" id="{C7A8D0A9-561D-42DB-9E63-61F429B14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2815" y="4162935"/>
            <a:ext cx="4000156" cy="1224739"/>
          </a:xfrm>
          <a:prstGeom prst="rect">
            <a:avLst/>
          </a:prstGeom>
          <a:noFill/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0960FABB-A5C2-4111-8FD7-3125052B1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083" y="1439214"/>
            <a:ext cx="3995888" cy="1290597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DD3DA081-CBB6-416B-A8B2-D38F90757479}"/>
              </a:ext>
            </a:extLst>
          </p:cNvPr>
          <p:cNvSpPr txBox="1"/>
          <p:nvPr/>
        </p:nvSpPr>
        <p:spPr>
          <a:xfrm>
            <a:off x="7716689" y="2800587"/>
            <a:ext cx="3672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i="0" u="none" strike="noStrike" dirty="0">
                <a:solidFill>
                  <a:srgbClr val="005493"/>
                </a:solidFill>
                <a:effectLst/>
                <a:latin typeface="Montserrat" panose="020B0604020202020204" pitchFamily="2" charset="0"/>
                <a:hlinkClick r:id="rId4"/>
              </a:rPr>
              <a:t>http://www.plagium.com/ </a:t>
            </a:r>
            <a:endParaRPr lang="pt-BR" b="0" i="0" dirty="0">
              <a:solidFill>
                <a:srgbClr val="333333"/>
              </a:solidFill>
              <a:effectLst/>
              <a:latin typeface="Montserrat" panose="020B0604020202020204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050CFF7-0CEF-401A-BE8F-0A4641553947}"/>
              </a:ext>
            </a:extLst>
          </p:cNvPr>
          <p:cNvSpPr txBox="1"/>
          <p:nvPr/>
        </p:nvSpPr>
        <p:spPr>
          <a:xfrm>
            <a:off x="7716689" y="5517232"/>
            <a:ext cx="3672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i="0" u="none" strike="noStrike" dirty="0">
                <a:solidFill>
                  <a:srgbClr val="005493"/>
                </a:solidFill>
                <a:effectLst/>
                <a:latin typeface="Montserrat" panose="020B0604020202020204" pitchFamily="2" charset="0"/>
                <a:hlinkClick r:id="rId5"/>
              </a:rPr>
              <a:t>https://copyspider.com.br</a:t>
            </a:r>
            <a:endParaRPr lang="pt-BR" b="0" i="0" dirty="0">
              <a:solidFill>
                <a:srgbClr val="333333"/>
              </a:solidFill>
              <a:effectLst/>
              <a:latin typeface="Montserrat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516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sz="4000" b="1" dirty="0">
                <a:solidFill>
                  <a:srgbClr val="282F3C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Links e referências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32B945A-6A97-429C-B86C-9140666C9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COMISSÃO DE AVALIAÇÃO DE CASOS DE AUTORIA. </a:t>
            </a:r>
            <a:r>
              <a:rPr lang="pt-BR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Nem tudo que parece é: entenda o que é Plágio. Rio de janeiro: IACS</a:t>
            </a:r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2011.</a:t>
            </a:r>
          </a:p>
          <a:p>
            <a:endParaRPr lang="pt-BR" sz="2000" dirty="0">
              <a:hlinkClick r:id="rId2"/>
            </a:endParaRPr>
          </a:p>
          <a:p>
            <a:r>
              <a:rPr lang="pt-BR" sz="2000" dirty="0">
                <a:hlinkClick r:id="rId2"/>
              </a:rPr>
              <a:t>https://guiadoestudante.abril.com.br/estudo/o-que-plagio-academico-como-evitar/</a:t>
            </a:r>
            <a:endParaRPr lang="pt-BR" sz="2000" dirty="0"/>
          </a:p>
          <a:p>
            <a:r>
              <a:rPr lang="pt-BR" sz="2000" dirty="0">
                <a:hlinkClick r:id="rId3"/>
              </a:rPr>
              <a:t>http://www.noticias.uff.br/arquivos/cartilha-sobre-plagio-academico.pdf</a:t>
            </a:r>
            <a:endParaRPr lang="pt-BR" sz="2000" dirty="0"/>
          </a:p>
          <a:p>
            <a:endParaRPr lang="pt-BR" sz="2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12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60512296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4458</TotalTime>
  <Words>287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</vt:lpstr>
      <vt:lpstr>Calibri</vt:lpstr>
      <vt:lpstr>Gadugi</vt:lpstr>
      <vt:lpstr>Montserrat</vt:lpstr>
      <vt:lpstr>Trebuchet MS</vt:lpstr>
      <vt:lpstr>1_Tema do Office</vt:lpstr>
      <vt:lpstr>Tema do Office</vt:lpstr>
      <vt:lpstr>Apresentação do PowerPoint</vt:lpstr>
      <vt:lpstr>PLÁGIO ACADÊMICO</vt:lpstr>
      <vt:lpstr>Cartilha sobre plágio acadêmico</vt:lpstr>
      <vt:lpstr>O que é Plágio Acadêmico?</vt:lpstr>
      <vt:lpstr>Quando ocorre Plágio?</vt:lpstr>
      <vt:lpstr>Plágio Parcial</vt:lpstr>
      <vt:lpstr>Plágio Parcial</vt:lpstr>
      <vt:lpstr>Plágio Conceitual</vt:lpstr>
      <vt:lpstr>E como fazer?</vt:lpstr>
      <vt:lpstr>E como fazer?</vt:lpstr>
      <vt:lpstr>Ferramentas para detectar plágio</vt:lpstr>
      <vt:lpstr>Links e referências</vt:lpstr>
    </vt:vector>
  </TitlesOfParts>
  <Company>Senac São 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GCR</dc:creator>
  <cp:lastModifiedBy>CLAUDIO EDUARDO PAIVA</cp:lastModifiedBy>
  <cp:revision>303</cp:revision>
  <dcterms:created xsi:type="dcterms:W3CDTF">2012-03-14T19:46:11Z</dcterms:created>
  <dcterms:modified xsi:type="dcterms:W3CDTF">2021-09-09T20:10:07Z</dcterms:modified>
</cp:coreProperties>
</file>