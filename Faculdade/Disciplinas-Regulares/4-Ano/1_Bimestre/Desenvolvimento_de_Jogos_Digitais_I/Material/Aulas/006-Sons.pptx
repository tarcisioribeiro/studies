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62" r:id="rId5"/>
    <p:sldId id="263" r:id="rId6"/>
    <p:sldId id="259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9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9E6B162-CFB4-4E13-B688-462F7D0909C0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/>
        </p:nvPicPr>
        <p:blipFill>
          <a:blip r:embed="rId14"/>
          <a:srcRect l="38638"/>
          <a:stretch/>
        </p:blipFill>
        <p:spPr>
          <a:xfrm>
            <a:off x="11299680" y="1434960"/>
            <a:ext cx="795600" cy="470520"/>
          </a:xfrm>
          <a:prstGeom prst="rect">
            <a:avLst/>
          </a:prstGeom>
          <a:ln>
            <a:noFill/>
          </a:ln>
        </p:spPr>
      </p:pic>
      <p:pic>
        <p:nvPicPr>
          <p:cNvPr id="9" name="Picture 2"/>
          <p:cNvPicPr/>
          <p:nvPr/>
        </p:nvPicPr>
        <p:blipFill>
          <a:blip r:embed="rId15"/>
          <a:srcRect r="63537"/>
          <a:stretch/>
        </p:blipFill>
        <p:spPr>
          <a:xfrm>
            <a:off x="11307600" y="644760"/>
            <a:ext cx="759240" cy="756720"/>
          </a:xfrm>
          <a:prstGeom prst="rect">
            <a:avLst/>
          </a:prstGeom>
          <a:ln>
            <a:noFill/>
          </a:ln>
        </p:spPr>
      </p:pic>
      <p:sp>
        <p:nvSpPr>
          <p:cNvPr id="2" name="Line 1"/>
          <p:cNvSpPr/>
          <p:nvPr/>
        </p:nvSpPr>
        <p:spPr>
          <a:xfrm flipV="1">
            <a:off x="11200680" y="516600"/>
            <a:ext cx="360" cy="5724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CustomShape 2"/>
          <p:cNvSpPr/>
          <p:nvPr/>
        </p:nvSpPr>
        <p:spPr>
          <a:xfrm>
            <a:off x="0" y="0"/>
            <a:ext cx="12191040" cy="4570920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Line 3"/>
          <p:cNvSpPr/>
          <p:nvPr/>
        </p:nvSpPr>
        <p:spPr>
          <a:xfrm flipV="1">
            <a:off x="8386560" y="4815360"/>
            <a:ext cx="360" cy="914400"/>
          </a:xfrm>
          <a:prstGeom prst="line">
            <a:avLst/>
          </a:prstGeom>
          <a:ln w="1908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" name="Picture 2"/>
          <p:cNvPicPr/>
          <p:nvPr/>
        </p:nvPicPr>
        <p:blipFill>
          <a:blip r:embed="rId16"/>
          <a:stretch/>
        </p:blipFill>
        <p:spPr>
          <a:xfrm>
            <a:off x="3346920" y="1694880"/>
            <a:ext cx="4834440" cy="1755720"/>
          </a:xfrm>
          <a:prstGeom prst="rect">
            <a:avLst/>
          </a:prstGeom>
          <a:ln>
            <a:noFill/>
          </a:ln>
        </p:spPr>
      </p:pic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457200" y="4511520"/>
            <a:ext cx="7771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80000"/>
              </a:lnSpc>
            </a:pPr>
            <a:r>
              <a:rPr lang="pt-BR" sz="5000" b="0" strike="noStrike" cap="all" spc="194">
                <a:solidFill>
                  <a:srgbClr val="0D0D0D"/>
                </a:solidFill>
                <a:latin typeface="Tw Cen MT Condensed"/>
                <a:ea typeface="DejaVu Sans"/>
              </a:rPr>
              <a:t>Desenvolvimento de Jogos com Unity</a:t>
            </a:r>
            <a:endParaRPr lang="pt-BR" sz="5000" b="0" strike="noStrike" spc="-1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8610480" y="4511520"/>
            <a:ext cx="3199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pt-BR" sz="2400" b="0" strike="noStrike" spc="-1">
                <a:solidFill>
                  <a:srgbClr val="0D0D0D"/>
                </a:solidFill>
                <a:latin typeface="Tw Cen MT"/>
                <a:ea typeface="DejaVu Sans"/>
              </a:rPr>
              <a:t>Prof. Me. Ely Prado</a:t>
            </a:r>
            <a:endParaRPr lang="pt-BR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aptura de tela de 2020-04-28 20-36-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" y="-73025"/>
            <a:ext cx="11906885" cy="669417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8472170" y="5589270"/>
            <a:ext cx="1327785" cy="34226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1199515" y="1340485"/>
            <a:ext cx="935990" cy="21590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aptura de tela de 2020-04-28 20-36-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" y="-73025"/>
            <a:ext cx="12089130" cy="679640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8976360" y="5516880"/>
            <a:ext cx="791845" cy="14414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aptura de tela de 2020-04-28 20-38-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" y="-73025"/>
            <a:ext cx="11997690" cy="674497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2423160" y="2060575"/>
            <a:ext cx="8353425" cy="252031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aptura de tela de 2020-04-28 20-38-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4925"/>
            <a:ext cx="12059285" cy="6779895"/>
          </a:xfrm>
          <a:prstGeom prst="rect">
            <a:avLst/>
          </a:prstGeom>
        </p:spPr>
      </p:pic>
      <p:pic>
        <p:nvPicPr>
          <p:cNvPr id="5" name="Picture 4" descr="Captura de tela de 2020-04-28 20-38-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740" y="-84455"/>
            <a:ext cx="12059285" cy="677989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10859135" y="3095625"/>
            <a:ext cx="781050" cy="11747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7625" y="22860"/>
            <a:ext cx="11534140" cy="6734810"/>
          </a:xfrm>
          <a:solidFill>
            <a:schemeClr val="bg1"/>
          </a:solidFill>
        </p:spPr>
        <p:txBody>
          <a:bodyPr>
            <a:normAutofit fontScale="55000" lnSpcReduction="20000"/>
          </a:bodyPr>
          <a:lstStyle/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using System.Collections;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using System.Collections.Generic;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using UnityEngine;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using UnityEngine.SceneManagement;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public class Corona : MonoBehaviour {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public AudioSource som1;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public AudioSource som2;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void Start() {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  som1 = GetComponents&lt;AudioSource&gt;()[0];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  som2 = GetComponents&lt;AudioSource&gt;()[1];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void OnCollisionEnter(Collision collision) {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  if (collision.relativeVelocity.magnitude &gt; 2) {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      som1.Play();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  }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void OnTriggerEnter(Collider other) {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if (other.gameObject.CompareTag ("vermelho")) {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  som2.Play();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  InvokeRepeating("reiniciar", 0.5f, 1);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}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void reiniciar() {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  SceneManager.LoadScene(0);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en-US" b="1">
                <a:latin typeface="Courier New" panose="02070309020205020404" charset="0"/>
                <a:cs typeface="Courier New" panose="02070309020205020404" charset="0"/>
              </a:rPr>
              <a:t>}</a:t>
            </a:r>
          </a:p>
        </p:txBody>
      </p:sp>
      <p:sp>
        <p:nvSpPr>
          <p:cNvPr id="94" name="CustomShape 1"/>
          <p:cNvSpPr/>
          <p:nvPr/>
        </p:nvSpPr>
        <p:spPr>
          <a:xfrm>
            <a:off x="430920" y="21935"/>
            <a:ext cx="10687680" cy="14983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5" name="CustomShape 2"/>
          <p:cNvSpPr/>
          <p:nvPr/>
        </p:nvSpPr>
        <p:spPr>
          <a:xfrm>
            <a:off x="430920" y="2217600"/>
            <a:ext cx="10687680" cy="40219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432</TotalTime>
  <Words>154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Arial</vt:lpstr>
      <vt:lpstr>Courier New</vt:lpstr>
      <vt:lpstr>Symbol</vt:lpstr>
      <vt:lpstr>Times New Roman</vt:lpstr>
      <vt:lpstr>Tw Cen MT</vt:lpstr>
      <vt:lpstr>Tw Cen MT Condensed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Ely Prado</dc:creator>
  <dc:description/>
  <cp:lastModifiedBy>Ely Prado</cp:lastModifiedBy>
  <cp:revision>114</cp:revision>
  <dcterms:created xsi:type="dcterms:W3CDTF">2017-05-25T02:03:48Z</dcterms:created>
  <dcterms:modified xsi:type="dcterms:W3CDTF">2021-03-23T19:34:12Z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91</vt:i4>
  </property>
</Properties>
</file>