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70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true" noRot="true" noChangeAspect="true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mover o slide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true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true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  <a:endParaRPr lang="pt-BR" sz="1400" b="0" strike="noStrike" spc="-1">
              <a:latin typeface="Times New Roman"/>
            </a:endParaRPr>
          </a:p>
        </p:txBody>
      </p:sp>
      <p:sp>
        <p:nvSpPr>
          <p:cNvPr id="88" name="PlaceHolder 4"/>
          <p:cNvSpPr>
            <a:spLocks noGrp="true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latin typeface="Times New Roman"/>
              </a:rPr>
              <a:t>&lt;data/hora&gt;</a:t>
            </a:r>
            <a:endParaRPr lang="pt-BR" sz="1400" b="0" strike="noStrike" spc="-1">
              <a:latin typeface="Times New Roman"/>
            </a:endParaRPr>
          </a:p>
        </p:txBody>
      </p:sp>
      <p:sp>
        <p:nvSpPr>
          <p:cNvPr id="89" name="PlaceHolder 5"/>
          <p:cNvSpPr>
            <a:spLocks noGrp="true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latin typeface="Times New Roman"/>
              </a:rPr>
              <a:t>&lt;rodapé&gt;</a:t>
            </a:r>
            <a:endParaRPr lang="pt-BR" sz="1400" b="0" strike="noStrike" spc="-1">
              <a:latin typeface="Times New Roman"/>
            </a:endParaRPr>
          </a:p>
        </p:txBody>
      </p:sp>
      <p:sp>
        <p:nvSpPr>
          <p:cNvPr id="90" name="PlaceHolder 6"/>
          <p:cNvSpPr>
            <a:spLocks noGrp="true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99E6B162-CFB4-4E13-B688-462F7D0909C0}" type="slidenum">
              <a:rPr lang="pt-BR" sz="1400" b="0" strike="noStrike" spc="-1">
                <a:latin typeface="Times New Roman"/>
              </a:rPr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true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true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true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true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true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true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true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true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/>
          <p:nvPr/>
        </p:nvPicPr>
        <p:blipFill>
          <a:blip r:embed="rId13"/>
          <a:srcRect l="38638"/>
          <a:stretch>
            <a:fillRect/>
          </a:stretch>
        </p:blipFill>
        <p:spPr>
          <a:xfrm>
            <a:off x="11299680" y="1434960"/>
            <a:ext cx="795600" cy="470520"/>
          </a:xfrm>
          <a:prstGeom prst="rect">
            <a:avLst/>
          </a:prstGeom>
          <a:ln>
            <a:noFill/>
          </a:ln>
        </p:spPr>
      </p:pic>
      <p:pic>
        <p:nvPicPr>
          <p:cNvPr id="9" name="Picture 2"/>
          <p:cNvPicPr/>
          <p:nvPr/>
        </p:nvPicPr>
        <p:blipFill>
          <a:blip r:embed="rId14"/>
          <a:srcRect r="63537"/>
          <a:stretch>
            <a:fillRect/>
          </a:stretch>
        </p:blipFill>
        <p:spPr>
          <a:xfrm>
            <a:off x="11307600" y="644760"/>
            <a:ext cx="759240" cy="756720"/>
          </a:xfrm>
          <a:prstGeom prst="rect">
            <a:avLst/>
          </a:prstGeom>
          <a:ln>
            <a:noFill/>
          </a:ln>
        </p:spPr>
      </p:pic>
      <p:sp>
        <p:nvSpPr>
          <p:cNvPr id="2" name="Line 1"/>
          <p:cNvSpPr/>
          <p:nvPr/>
        </p:nvSpPr>
        <p:spPr>
          <a:xfrm flipV="true">
            <a:off x="11200680" y="516600"/>
            <a:ext cx="360" cy="5724000"/>
          </a:xfrm>
          <a:prstGeom prst="line">
            <a:avLst/>
          </a:prstGeom>
          <a:ln w="19080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PlaceHolder 4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7" name="PlaceHolder 5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Clique para editar o formato do texto da estrutura de tópicos</a:t>
            </a:r>
            <a:endParaRPr lang="pt-BR" sz="1800" b="0" strike="noStrike" spc="-1" dirty="0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pt-BR" sz="1800" b="0" strike="noStrike" spc="-1" dirty="0">
                <a:latin typeface="Arial"/>
              </a:rPr>
              <a:t>2.º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3.º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pt-BR" sz="1800" b="0" strike="noStrike" spc="-1" dirty="0">
                <a:latin typeface="Arial"/>
              </a:rPr>
              <a:t>4.º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5.º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6.º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7.º nível da estrutura de tópicos</a:t>
            </a:r>
            <a:endParaRPr lang="pt-BR" sz="1800" b="0" strike="noStrike" spc="-1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457200" y="4511520"/>
            <a:ext cx="7771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80000"/>
              </a:lnSpc>
            </a:pPr>
            <a:r>
              <a:rPr lang="pt-BR" sz="5000" b="0" strike="noStrike" cap="all" spc="194" dirty="0">
                <a:solidFill>
                  <a:srgbClr val="0D0D0D"/>
                </a:solidFill>
                <a:latin typeface="Tw Cen MT Condensed"/>
                <a:ea typeface="DejaVu Sans" panose="020B0603030804020204"/>
              </a:rPr>
              <a:t>Desenvolvimento de Jogos com Unity</a:t>
            </a:r>
            <a:endParaRPr lang="pt-BR" sz="5000" b="0" strike="noStrike" spc="-1" dirty="0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8610480" y="4511520"/>
            <a:ext cx="3199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2400" b="0" strike="noStrike" spc="-1">
                <a:solidFill>
                  <a:srgbClr val="0D0D0D"/>
                </a:solidFill>
                <a:latin typeface="Tw Cen MT"/>
                <a:ea typeface="DejaVu Sans" panose="020B0603030804020204"/>
              </a:rPr>
              <a:t>Prof. Me. Ely Prado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4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3346920" y="1694880"/>
            <a:ext cx="4834440" cy="1755720"/>
          </a:xfrm>
          <a:prstGeom prst="rect">
            <a:avLst/>
          </a:prstGeom>
          <a:ln>
            <a:noFill/>
          </a:ln>
        </p:spPr>
      </p:pic>
      <p:sp>
        <p:nvSpPr>
          <p:cNvPr id="5" name="Line 3"/>
          <p:cNvSpPr/>
          <p:nvPr/>
        </p:nvSpPr>
        <p:spPr>
          <a:xfrm flipV="true">
            <a:off x="8386560" y="4815360"/>
            <a:ext cx="360" cy="914400"/>
          </a:xfrm>
          <a:prstGeom prst="line">
            <a:avLst/>
          </a:prstGeom>
          <a:ln w="1908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ubtítulo 2"/>
          <p:cNvSpPr>
            <a:spLocks noGrp="true"/>
          </p:cNvSpPr>
          <p:nvPr>
            <p:ph type="subTitle"/>
          </p:nvPr>
        </p:nvSpPr>
        <p:spPr>
          <a:xfrm>
            <a:off x="609600" y="1227455"/>
            <a:ext cx="10421620" cy="5517515"/>
          </a:xfrm>
        </p:spPr>
        <p:txBody>
          <a:bodyPr>
            <a:noAutofit/>
          </a:bodyPr>
          <a:p>
            <a:pPr marL="0" indent="0">
              <a:buNone/>
            </a:pPr>
            <a:endParaRPr lang="pt-PT" altLang="pt-BR" sz="1800">
              <a:solidFill>
                <a:srgbClr val="FF0000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endParaRPr lang="pt-PT" altLang="pt-BR" sz="1800">
              <a:solidFill>
                <a:srgbClr val="FF0000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//permite aplicar um novo material em todos os filhos do objeto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Renderer[] renders = other.gameObject.GetComponentsInChildren&lt;Renderer&gt;();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foreach (Renderer r in renders) {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r.material = materialCovid;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}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255</Words>
  <Application>WPS Presentation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SimSun</vt:lpstr>
      <vt:lpstr>Wingdings</vt:lpstr>
      <vt:lpstr>Arial</vt:lpstr>
      <vt:lpstr>Nimbus Roman No9 L</vt:lpstr>
      <vt:lpstr>Symbol</vt:lpstr>
      <vt:lpstr>Times New Roman</vt:lpstr>
      <vt:lpstr>Tw Cen MT Condensed</vt:lpstr>
      <vt:lpstr>Gubbi</vt:lpstr>
      <vt:lpstr>DejaVu Sans</vt:lpstr>
      <vt:lpstr>Tw Cen MT</vt:lpstr>
      <vt:lpstr>Courier 10 Pitch</vt:lpstr>
      <vt:lpstr>微软雅黑</vt:lpstr>
      <vt:lpstr>Droid Sans Fallback</vt:lpstr>
      <vt:lpstr>Arial Unicode MS</vt:lpstr>
      <vt:lpstr>Office Theme</vt:lpstr>
      <vt:lpstr>PowerPoint 演示文稿</vt:lpstr>
      <vt:lpstr>Junção de Objetos via Código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Ely Prado</dc:creator>
  <cp:lastModifiedBy>ely</cp:lastModifiedBy>
  <cp:revision>137</cp:revision>
  <dcterms:created xsi:type="dcterms:W3CDTF">2021-05-25T21:24:04Z</dcterms:created>
  <dcterms:modified xsi:type="dcterms:W3CDTF">2021-05-25T21:24:04Z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91</vt:i4>
  </property>
  <property fmtid="{D5CDD505-2E9C-101B-9397-08002B2CF9AE}" pid="12" name="KSOProductBuildVer">
    <vt:lpwstr>1046-11.1.0.10161</vt:lpwstr>
  </property>
</Properties>
</file>