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pt-BR" sz="4400" b="0" strike="noStrike" spc="-1">
                <a:latin typeface="Arial"/>
              </a:rPr>
              <a:t>Clique para mover o slide</a:t>
            </a: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pt-BR" sz="2000" b="0" strike="noStrike" spc="-1">
                <a:latin typeface="Arial"/>
              </a:rPr>
              <a:t>Clique para editar o formato de notas</a:t>
            </a:r>
          </a:p>
        </p:txBody>
      </p:sp>
      <p:sp>
        <p:nvSpPr>
          <p:cNvPr id="8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pt-BR" sz="1400" b="0" strike="noStrike" spc="-1">
                <a:latin typeface="Times New Roman"/>
              </a:rPr>
              <a:t>&lt;cabeçalho&gt;</a:t>
            </a:r>
          </a:p>
        </p:txBody>
      </p:sp>
      <p:sp>
        <p:nvSpPr>
          <p:cNvPr id="88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pt-BR" sz="1400" b="0" strike="noStrike" spc="-1">
                <a:latin typeface="Times New Roman"/>
              </a:rPr>
              <a:t>&lt;data/hora&gt;</a:t>
            </a:r>
          </a:p>
        </p:txBody>
      </p:sp>
      <p:sp>
        <p:nvSpPr>
          <p:cNvPr id="89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90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99E6B162-CFB4-4E13-B688-462F7D0909C0}" type="slidenum">
              <a:rPr lang="pt-BR" sz="1400" b="0" strike="noStrike" spc="-1">
                <a:latin typeface="Times New Roman"/>
              </a:rPr>
              <a:t>‹nº›</a:t>
            </a:fld>
            <a:endParaRPr lang="pt-BR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/>
          <p:nvPr/>
        </p:nvPicPr>
        <p:blipFill>
          <a:blip r:embed="rId14"/>
          <a:srcRect l="38638"/>
          <a:stretch/>
        </p:blipFill>
        <p:spPr>
          <a:xfrm>
            <a:off x="11299680" y="1434960"/>
            <a:ext cx="795600" cy="470520"/>
          </a:xfrm>
          <a:prstGeom prst="rect">
            <a:avLst/>
          </a:prstGeom>
          <a:ln>
            <a:noFill/>
          </a:ln>
        </p:spPr>
      </p:pic>
      <p:pic>
        <p:nvPicPr>
          <p:cNvPr id="9" name="Picture 2"/>
          <p:cNvPicPr/>
          <p:nvPr/>
        </p:nvPicPr>
        <p:blipFill>
          <a:blip r:embed="rId15"/>
          <a:srcRect r="63537"/>
          <a:stretch/>
        </p:blipFill>
        <p:spPr>
          <a:xfrm>
            <a:off x="11307600" y="644760"/>
            <a:ext cx="759240" cy="756720"/>
          </a:xfrm>
          <a:prstGeom prst="rect">
            <a:avLst/>
          </a:prstGeom>
          <a:ln>
            <a:noFill/>
          </a:ln>
        </p:spPr>
      </p:pic>
      <p:sp>
        <p:nvSpPr>
          <p:cNvPr id="2" name="Line 1"/>
          <p:cNvSpPr/>
          <p:nvPr/>
        </p:nvSpPr>
        <p:spPr>
          <a:xfrm flipV="1">
            <a:off x="11200680" y="516600"/>
            <a:ext cx="360" cy="5724000"/>
          </a:xfrm>
          <a:prstGeom prst="line">
            <a:avLst/>
          </a:prstGeom>
          <a:ln w="19080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pt-BR" sz="18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ustomShape 1"/>
          <p:cNvSpPr/>
          <p:nvPr/>
        </p:nvSpPr>
        <p:spPr>
          <a:xfrm>
            <a:off x="457200" y="4511520"/>
            <a:ext cx="7771320" cy="146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80000"/>
              </a:lnSpc>
            </a:pPr>
            <a:r>
              <a:rPr lang="pt-BR" sz="5000" b="0" strike="noStrike" cap="all" spc="194">
                <a:solidFill>
                  <a:srgbClr val="0D0D0D"/>
                </a:solidFill>
                <a:latin typeface="Tw Cen MT Condensed"/>
                <a:ea typeface="DejaVu Sans"/>
              </a:rPr>
              <a:t>Desenvolvimento de Jogos com Unity</a:t>
            </a:r>
            <a:endParaRPr lang="pt-BR" sz="5000" b="0" strike="noStrike" spc="-1">
              <a:latin typeface="Arial"/>
            </a:endParaRPr>
          </a:p>
        </p:txBody>
      </p:sp>
      <p:sp>
        <p:nvSpPr>
          <p:cNvPr id="92" name="CustomShape 2"/>
          <p:cNvSpPr/>
          <p:nvPr/>
        </p:nvSpPr>
        <p:spPr>
          <a:xfrm>
            <a:off x="8610480" y="4511520"/>
            <a:ext cx="3199320" cy="1461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pt-BR" sz="2400" b="0" strike="noStrike" spc="-1">
                <a:solidFill>
                  <a:srgbClr val="0D0D0D"/>
                </a:solidFill>
                <a:latin typeface="Tw Cen MT"/>
                <a:ea typeface="DejaVu Sans"/>
              </a:rPr>
              <a:t>Prof. Me. Ely Prado</a:t>
            </a:r>
            <a:endParaRPr lang="pt-BR" sz="2400" b="0" strike="noStrike" spc="-1">
              <a:latin typeface="Arial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8C5B93F-A13C-4491-A2AA-EFFD004D0A9D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346920" y="1694880"/>
            <a:ext cx="4834440" cy="17557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4D085A-BDE4-4926-894C-BA8E3AAC9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Controle do Jogador em 3ª pessoa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BCDC5C-3273-4143-BD86-3C3E87084A72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026" name="Picture 2" descr="Grand Theft Auto V PS4 Review: The Trevor's in The Details | USgamer">
            <a:extLst>
              <a:ext uri="{FF2B5EF4-FFF2-40B4-BE49-F238E27FC236}">
                <a16:creationId xmlns:a16="http://schemas.microsoft.com/office/drawing/2014/main" id="{8680457E-0D17-47E6-A9DF-3ECBF508C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3309" y="3183752"/>
            <a:ext cx="6628091" cy="3728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ãs lançam versão de Super Mario 64 para o Nintendo 3DS - Outer Space">
            <a:extLst>
              <a:ext uri="{FF2B5EF4-FFF2-40B4-BE49-F238E27FC236}">
                <a16:creationId xmlns:a16="http://schemas.microsoft.com/office/drawing/2014/main" id="{9874A74C-1463-401C-9EEA-348BC2663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33487"/>
            <a:ext cx="5835192" cy="3280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8401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D10D70-37A8-44BD-8912-9161CA528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Controle do Jogador em 3ª pessoa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7A2BB7-538B-4BE0-8B24-B60EAC5BF612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Câmera fixa atrás do jogador</a:t>
            </a:r>
          </a:p>
          <a:p>
            <a:r>
              <a:rPr lang="pt-BR" dirty="0"/>
              <a:t>O jogador pode mover-se para frente, para trás e para os lados</a:t>
            </a:r>
          </a:p>
          <a:p>
            <a:r>
              <a:rPr lang="pt-BR" dirty="0"/>
              <a:t>O jogador pode girar com o mouse, além de poder olhar para baixo e para cima.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Referência:</a:t>
            </a:r>
            <a:br>
              <a:rPr lang="pt-BR" dirty="0"/>
            </a:br>
            <a:r>
              <a:rPr lang="pt-BR" dirty="0"/>
              <a:t>https://sharpcoderblog.com/blog/third-person-camera-in-unity-3d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48228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25471-3EC0-482A-9B4F-8A3E26088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Projeto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7BBDFE7-D482-4D22-BBD1-5DDB164AC514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476442" cy="3977280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 err="1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Crie</a:t>
            </a:r>
            <a:r>
              <a:rPr lang="en-US" sz="2400" b="0" i="0" dirty="0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 um novo Empty Game Object (Game Object -&gt; Create Empty) com </a:t>
            </a:r>
            <a:r>
              <a:rPr lang="en-US" sz="2400" b="0" i="0" dirty="0" err="1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nome</a:t>
            </a:r>
            <a:r>
              <a:rPr lang="en-US" sz="2400" b="0" i="0" dirty="0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 de "Player"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 err="1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Crie</a:t>
            </a:r>
            <a:r>
              <a:rPr lang="en-US" sz="2400" b="0" i="0" dirty="0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 um novo Capsule (Game Object -&gt; 3D Object -&gt; Capsule) e </a:t>
            </a:r>
            <a:r>
              <a:rPr lang="en-US" sz="2400" b="0" i="0" dirty="0" err="1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mova</a:t>
            </a:r>
            <a:r>
              <a:rPr lang="en-US" sz="2400" b="0" i="0" dirty="0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 para dentro do </a:t>
            </a:r>
            <a:r>
              <a:rPr lang="en-US" sz="2400" b="0" i="0" dirty="0" err="1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Objeto</a:t>
            </a:r>
            <a:r>
              <a:rPr lang="en-US" sz="2400" b="0" i="0" dirty="0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 “Player”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Remove o </a:t>
            </a:r>
            <a:r>
              <a:rPr lang="en-US" sz="2400" b="0" i="0" dirty="0" err="1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componente</a:t>
            </a:r>
            <a:r>
              <a:rPr lang="en-US" sz="2400" b="0" i="0" dirty="0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 “Capsule Collider” da Capsule e </a:t>
            </a:r>
            <a:r>
              <a:rPr lang="en-US" sz="2400" b="0" i="0" dirty="0" err="1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altere</a:t>
            </a:r>
            <a:r>
              <a:rPr lang="en-US" sz="2400" b="0" i="0" dirty="0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400" b="0" i="0" dirty="0" err="1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sua</a:t>
            </a:r>
            <a:r>
              <a:rPr lang="en-US" sz="2400" b="0" i="0" dirty="0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400" b="0" i="0" dirty="0" err="1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posição</a:t>
            </a:r>
            <a:r>
              <a:rPr lang="en-US" sz="2400" b="0" i="0" dirty="0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 para (0, 1, 0)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 err="1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Crie</a:t>
            </a:r>
            <a:r>
              <a:rPr lang="en-US" sz="2400" b="0" i="0" dirty="0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 um novo Empty Game Object </a:t>
            </a:r>
            <a:r>
              <a:rPr lang="en-US" sz="2400" b="0" i="0" dirty="0" err="1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como</a:t>
            </a:r>
            <a:r>
              <a:rPr lang="en-US" sz="2400" b="0" i="0" dirty="0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400" b="0" i="0" dirty="0" err="1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nome</a:t>
            </a:r>
            <a:r>
              <a:rPr lang="en-US" sz="2400" b="0" i="0" dirty="0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 de "</a:t>
            </a:r>
            <a:r>
              <a:rPr lang="en-US" sz="2400" b="0" i="0" dirty="0" err="1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CameraParent</a:t>
            </a:r>
            <a:r>
              <a:rPr lang="en-US" sz="2400" b="0" i="0" dirty="0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" e move para dentro do </a:t>
            </a:r>
            <a:r>
              <a:rPr lang="en-US" sz="2400" b="0" i="0" dirty="0" err="1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Objeto</a:t>
            </a:r>
            <a:r>
              <a:rPr lang="en-US" sz="2400" b="0" i="0" dirty="0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 "Player”. </a:t>
            </a:r>
            <a:r>
              <a:rPr lang="en-US" sz="2400" b="0" i="0" dirty="0" err="1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Altere</a:t>
            </a:r>
            <a:r>
              <a:rPr lang="en-US" sz="2400" b="0" i="0" dirty="0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400" b="0" i="0" dirty="0" err="1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sua</a:t>
            </a:r>
            <a:r>
              <a:rPr lang="en-US" sz="2400" b="0" i="0" dirty="0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212121"/>
                </a:solidFill>
                <a:latin typeface="Arial" panose="020B0604020202020204" pitchFamily="34" charset="0"/>
              </a:rPr>
              <a:t>posição</a:t>
            </a:r>
            <a:r>
              <a:rPr lang="en-US" sz="2400" dirty="0">
                <a:solidFill>
                  <a:srgbClr val="212121"/>
                </a:solidFill>
                <a:latin typeface="Arial" panose="020B0604020202020204" pitchFamily="34" charset="0"/>
              </a:rPr>
              <a:t> para</a:t>
            </a:r>
            <a:r>
              <a:rPr lang="en-US" sz="2400" b="0" i="0" dirty="0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 (0, 1.64, 0)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 err="1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Mova</a:t>
            </a:r>
            <a:r>
              <a:rPr lang="en-US" sz="2400" b="0" i="0" dirty="0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 a “Main Camera” para dentro do "</a:t>
            </a:r>
            <a:r>
              <a:rPr lang="en-US" sz="2400" b="0" i="0" dirty="0" err="1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CameraParent</a:t>
            </a:r>
            <a:r>
              <a:rPr lang="en-US" sz="2400" b="0" i="0" dirty="0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" e </a:t>
            </a:r>
            <a:r>
              <a:rPr lang="en-US" sz="2400" b="0" i="0" dirty="0" err="1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coloque</a:t>
            </a:r>
            <a:r>
              <a:rPr lang="en-US" sz="2400" b="0" i="0" dirty="0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lang="en-US" sz="2400" b="0" i="0" dirty="0" err="1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posição</a:t>
            </a:r>
            <a:r>
              <a:rPr lang="en-US" sz="2400" b="0" i="0" dirty="0">
                <a:solidFill>
                  <a:srgbClr val="212121"/>
                </a:solidFill>
                <a:effectLst/>
                <a:latin typeface="Arial" panose="020B0604020202020204" pitchFamily="34" charset="0"/>
              </a:rPr>
              <a:t> (0.5, 0.6, -6.0)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237AAAD-DE9E-4D75-A356-0BD8FCCD0A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t="13883" r="79897" b="72234"/>
          <a:stretch/>
        </p:blipFill>
        <p:spPr>
          <a:xfrm>
            <a:off x="7318341" y="4964772"/>
            <a:ext cx="4873659" cy="189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87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27CFDBC1-810A-428F-B1CC-9E280F94D12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3695" y="75414"/>
            <a:ext cx="11478225" cy="678258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UnityEngine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800" dirty="0">
                <a:solidFill>
                  <a:srgbClr val="008000"/>
                </a:solidFill>
                <a:latin typeface="Consolas" panose="020B0609020204030204" pitchFamily="49" charset="0"/>
              </a:rPr>
              <a:t>//adiciona o componente </a:t>
            </a:r>
            <a:r>
              <a:rPr lang="pt-BR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CharacterController</a:t>
            </a:r>
            <a:r>
              <a:rPr lang="pt-BR" sz="1800" dirty="0">
                <a:solidFill>
                  <a:srgbClr val="008000"/>
                </a:solidFill>
                <a:latin typeface="Consolas" panose="020B0609020204030204" pitchFamily="49" charset="0"/>
              </a:rPr>
              <a:t> automaticamente</a:t>
            </a:r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RequireComponent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typeof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CharacterController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))]</a:t>
            </a:r>
          </a:p>
          <a:p>
            <a:pPr marL="0" indent="0">
              <a:buNone/>
            </a:pPr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 err="1">
                <a:solidFill>
                  <a:srgbClr val="2B91AF"/>
                </a:solidFill>
                <a:latin typeface="Consolas" panose="020B0609020204030204" pitchFamily="49" charset="0"/>
              </a:rPr>
              <a:t>ControleJogador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MonoBehaviour</a:t>
            </a:r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speed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7.5f;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jumpSpeed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8.0f;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gravity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20.0f;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Transform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playerCameraParent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lookSpeed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2.0f;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lookXLimit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60.0f;</a:t>
            </a:r>
          </a:p>
          <a:p>
            <a:pPr marL="0" indent="0">
              <a:buNone/>
            </a:pPr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CharacterController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characterController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Vector3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moveDirection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Vector3.zero;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Vector2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rotation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Vector2.zero;</a:t>
            </a:r>
          </a:p>
          <a:p>
            <a:pPr marL="0" indent="0">
              <a:buNone/>
            </a:pPr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Start()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characterController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GetComponent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CharacterController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  <a:p>
            <a:pPr marL="0" indent="0">
              <a:buNone/>
            </a:pP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rotation.y = transform.eulerAngles.y;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2679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27CFDBC1-810A-428F-B1CC-9E280F94D12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94268" y="273600"/>
            <a:ext cx="11487652" cy="6584400"/>
          </a:xfrm>
        </p:spPr>
        <p:txBody>
          <a:bodyPr>
            <a:normAutofit fontScale="92500" lnSpcReduction="10000"/>
          </a:bodyPr>
          <a:lstStyle/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Update()</a:t>
            </a: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characterController.isGrounded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pt-BR" sz="1800" dirty="0">
                <a:solidFill>
                  <a:srgbClr val="008000"/>
                </a:solidFill>
                <a:latin typeface="Consolas" panose="020B0609020204030204" pitchFamily="49" charset="0"/>
              </a:rPr>
              <a:t>// Se o jogador estiver no chão, então pode se mover</a:t>
            </a:r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Vector3 forward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transform.TransformDirection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(Vector3.forward);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Vector3 right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transform.TransformDirection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(Vector3.right);</a:t>
            </a: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pt-BR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curSpeedX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speed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Input.GetAxis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800" dirty="0">
                <a:solidFill>
                  <a:srgbClr val="A31515"/>
                </a:solidFill>
                <a:latin typeface="Consolas" panose="020B0609020204030204" pitchFamily="49" charset="0"/>
              </a:rPr>
              <a:t>"Vertical"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curSpeedY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speed *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Input.GetAxis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"Horizontal"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moveDirection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(forward *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curSpeedX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 + (right *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curSpeedY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pt-BR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Input.GetButton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800" dirty="0">
                <a:solidFill>
                  <a:srgbClr val="A31515"/>
                </a:solidFill>
                <a:latin typeface="Consolas" panose="020B0609020204030204" pitchFamily="49" charset="0"/>
              </a:rPr>
              <a:t>"Jump"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{</a:t>
            </a: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moveDirection.y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jumpSpeed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}</a:t>
            </a: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800" dirty="0">
                <a:solidFill>
                  <a:srgbClr val="008000"/>
                </a:solidFill>
                <a:latin typeface="Consolas" panose="020B0609020204030204" pitchFamily="49" charset="0"/>
              </a:rPr>
              <a:t>// Aplica gravidade</a:t>
            </a:r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moveDirection.y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-= gravity *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Time.deltaTime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800" dirty="0">
                <a:solidFill>
                  <a:srgbClr val="008000"/>
                </a:solidFill>
                <a:latin typeface="Consolas" panose="020B0609020204030204" pitchFamily="49" charset="0"/>
              </a:rPr>
              <a:t>// Move o jogador</a:t>
            </a:r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characterController.Move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moveDirection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Time.deltaTime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800" dirty="0">
                <a:solidFill>
                  <a:srgbClr val="008000"/>
                </a:solidFill>
                <a:latin typeface="Consolas" panose="020B0609020204030204" pitchFamily="49" charset="0"/>
              </a:rPr>
              <a:t>// Gira a Câmera</a:t>
            </a:r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rotation.y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+=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Input.GetAxis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"Mouse X"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 *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lookSpeed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rotation.x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+= -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Input.GetAxis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"Mouse Y"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 *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lookSpeed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rotation.x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Mathf.Clamp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rotation.x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, -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lookXLimit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lookXLimit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playerCameraParent.localRotation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Quaternion.Euler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rotation.x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, 0, 0);</a:t>
            </a: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transform.eulerAngles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Vector2(0,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rotation.y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88995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C5B15A-A74A-4F28-85BC-C2E566E75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Projeto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D2A0A1-CDC6-4141-A521-814AC60F9D35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r>
              <a:rPr lang="pt-BR" dirty="0"/>
              <a:t>Arraste o script </a:t>
            </a:r>
            <a:r>
              <a:rPr lang="pt-BR" dirty="0" err="1"/>
              <a:t>ControleJogador</a:t>
            </a:r>
            <a:r>
              <a:rPr lang="pt-BR" dirty="0"/>
              <a:t> para o objeto Player.</a:t>
            </a:r>
          </a:p>
          <a:p>
            <a:r>
              <a:rPr lang="pt-BR" dirty="0"/>
              <a:t>Será criado automaticamente o </a:t>
            </a:r>
            <a:r>
              <a:rPr lang="pt-BR" dirty="0" err="1"/>
              <a:t>CharacterController</a:t>
            </a:r>
            <a:r>
              <a:rPr lang="pt-BR" dirty="0"/>
              <a:t>. </a:t>
            </a:r>
          </a:p>
          <a:p>
            <a:r>
              <a:rPr lang="pt-BR" dirty="0"/>
              <a:t>Arraste o objeto “</a:t>
            </a:r>
            <a:r>
              <a:rPr lang="pt-BR" dirty="0" err="1"/>
              <a:t>CameraParent</a:t>
            </a:r>
            <a:r>
              <a:rPr lang="pt-BR" dirty="0"/>
              <a:t>” para dentro do objeto “Play </a:t>
            </a:r>
            <a:r>
              <a:rPr lang="pt-BR" dirty="0" err="1"/>
              <a:t>Parent</a:t>
            </a:r>
            <a:r>
              <a:rPr lang="pt-BR" dirty="0"/>
              <a:t> </a:t>
            </a:r>
            <a:r>
              <a:rPr lang="pt-BR" dirty="0" err="1"/>
              <a:t>Parent</a:t>
            </a:r>
            <a:r>
              <a:rPr lang="pt-BR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76825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4D8358-E92F-49CE-9D86-E5E08ED27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080CCAA-8B0E-4FC0-A002-96789CA7BFF2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83D0AB2-B816-4F1A-B59A-A321E9537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77" y="0"/>
            <a:ext cx="10918077" cy="6858000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29ED9C1E-AEAA-44DB-B241-380506267F33}"/>
              </a:ext>
            </a:extLst>
          </p:cNvPr>
          <p:cNvCxnSpPr>
            <a:cxnSpLocks/>
          </p:cNvCxnSpPr>
          <p:nvPr/>
        </p:nvCxnSpPr>
        <p:spPr>
          <a:xfrm>
            <a:off x="2394408" y="2347274"/>
            <a:ext cx="7117237" cy="380842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504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18EDA272-7329-40E4-BD9E-DF07400C674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0" y="0"/>
            <a:ext cx="11581920" cy="6858000"/>
          </a:xfrm>
        </p:spPr>
        <p:txBody>
          <a:bodyPr>
            <a:normAutofit fontScale="92500" lnSpcReduction="20000"/>
          </a:bodyPr>
          <a:lstStyle/>
          <a:p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UnityEngine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 err="1">
                <a:solidFill>
                  <a:srgbClr val="2B91AF"/>
                </a:solidFill>
                <a:latin typeface="Consolas" panose="020B0609020204030204" pitchFamily="49" charset="0"/>
              </a:rPr>
              <a:t>CameraColisao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MonoBehaviour</a:t>
            </a:r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Transform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referenceTransform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collisionOffset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0.2f; </a:t>
            </a:r>
          </a:p>
          <a:p>
            <a:pPr marL="0" indent="0">
              <a:buNone/>
            </a:pPr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Vector3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defaultPos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Vector3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directionNormalized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Transform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parentTransform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float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defaultDistance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Start()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defaultPos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transform.localPosition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directionNormalized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defaultPos.normalized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parentTransform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transform.parent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defaultDistance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Vector3.Distance(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defaultPos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, Vector3.zero);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29767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18EDA272-7329-40E4-BD9E-DF07400C674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0" y="0"/>
            <a:ext cx="11581920" cy="6858000"/>
          </a:xfrm>
        </p:spPr>
        <p:txBody>
          <a:bodyPr>
            <a:normAutofit/>
          </a:bodyPr>
          <a:lstStyle/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pt-BR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FixedUpdate</a:t>
            </a:r>
            <a:r>
              <a:rPr lang="pt-BR" sz="1800" dirty="0">
                <a:solidFill>
                  <a:srgbClr val="008000"/>
                </a:solidFill>
                <a:latin typeface="Consolas" panose="020B0609020204030204" pitchFamily="49" charset="0"/>
              </a:rPr>
              <a:t> e calculo da física (colisão)</a:t>
            </a:r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pt-BR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FixedUpdate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Vector3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currentPos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defaultPos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RaycastHit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hit;</a:t>
            </a: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Vector3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dirTmp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parentTransform.TransformPoint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defaultPos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) -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referenceTransform.position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Physics.SphereCast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referenceTransform.position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collisionOffset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dirTmp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hit,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defaultDistance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currentPos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directionNormalized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* (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hit.distance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-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collisionOffset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transform.localPosition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Vector3.Lerp(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transform.localPosition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currentPos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Time.deltaTime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* 15f);</a:t>
            </a: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6763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C5B15A-A74A-4F28-85BC-C2E566E75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do Projeto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D2A0A1-CDC6-4141-A521-814AC60F9D35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9480" y="1244339"/>
            <a:ext cx="10972440" cy="4326902"/>
          </a:xfrm>
        </p:spPr>
        <p:txBody>
          <a:bodyPr/>
          <a:lstStyle/>
          <a:p>
            <a:r>
              <a:rPr lang="pt-BR" sz="2800" dirty="0"/>
              <a:t>Arraste o script </a:t>
            </a:r>
            <a:r>
              <a:rPr lang="pt-BR" sz="2800" dirty="0" err="1"/>
              <a:t>CameraColisao</a:t>
            </a:r>
            <a:r>
              <a:rPr lang="pt-BR" sz="2800" dirty="0"/>
              <a:t> para o objeto “</a:t>
            </a:r>
            <a:r>
              <a:rPr lang="pt-BR" sz="2800" dirty="0" err="1"/>
              <a:t>Main</a:t>
            </a:r>
            <a:r>
              <a:rPr lang="pt-BR" sz="2800" dirty="0"/>
              <a:t> </a:t>
            </a:r>
            <a:r>
              <a:rPr lang="pt-BR" sz="2800" dirty="0" err="1"/>
              <a:t>Camera</a:t>
            </a:r>
            <a:r>
              <a:rPr lang="pt-BR" sz="2800" dirty="0"/>
              <a:t>”.</a:t>
            </a:r>
          </a:p>
          <a:p>
            <a:r>
              <a:rPr lang="pt-BR" sz="2800" dirty="0"/>
              <a:t>Arraste </a:t>
            </a:r>
            <a:r>
              <a:rPr lang="en-US" sz="2800" dirty="0"/>
              <a:t>o </a:t>
            </a:r>
            <a:r>
              <a:rPr lang="en-US" sz="2800" dirty="0" err="1"/>
              <a:t>objeto</a:t>
            </a:r>
            <a:r>
              <a:rPr lang="en-US" sz="2800" dirty="0"/>
              <a:t> “</a:t>
            </a:r>
            <a:r>
              <a:rPr lang="en-US" sz="2800" dirty="0" err="1"/>
              <a:t>CameraParent</a:t>
            </a:r>
            <a:r>
              <a:rPr lang="en-US" sz="2800" dirty="0"/>
              <a:t>” para a </a:t>
            </a:r>
            <a:r>
              <a:rPr lang="en-US" sz="2800" dirty="0" err="1"/>
              <a:t>variável</a:t>
            </a:r>
            <a:r>
              <a:rPr lang="en-US" sz="2800" dirty="0"/>
              <a:t> “Reference Transform”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793187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58BD8-2E1E-429C-A41F-D6D259892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3E07B9-1E1A-4FF4-97E8-572CE5D55AE8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AE1B370-27E4-42EA-8907-050BCF6FC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61" y="0"/>
            <a:ext cx="10918077" cy="6858000"/>
          </a:xfrm>
          <a:prstGeom prst="rect">
            <a:avLst/>
          </a:prstGeom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0EB6B5B9-CA26-4E27-BDE9-71A94470078F}"/>
              </a:ext>
            </a:extLst>
          </p:cNvPr>
          <p:cNvCxnSpPr>
            <a:cxnSpLocks/>
          </p:cNvCxnSpPr>
          <p:nvPr/>
        </p:nvCxnSpPr>
        <p:spPr>
          <a:xfrm>
            <a:off x="2752627" y="2309567"/>
            <a:ext cx="7013542" cy="336536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70497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489</TotalTime>
  <Words>772</Words>
  <Application>Microsoft Office PowerPoint</Application>
  <PresentationFormat>Widescreen</PresentationFormat>
  <Paragraphs>116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20" baseType="lpstr">
      <vt:lpstr>Arial</vt:lpstr>
      <vt:lpstr>Consolas</vt:lpstr>
      <vt:lpstr>Symbol</vt:lpstr>
      <vt:lpstr>Times New Roman</vt:lpstr>
      <vt:lpstr>Tw Cen MT</vt:lpstr>
      <vt:lpstr>Tw Cen MT Condensed</vt:lpstr>
      <vt:lpstr>Wingdings</vt:lpstr>
      <vt:lpstr>Office Theme</vt:lpstr>
      <vt:lpstr>Apresentação do PowerPoint</vt:lpstr>
      <vt:lpstr>Controle do Jogador em 3ª pessoa</vt:lpstr>
      <vt:lpstr>Controle do Jogador em 3ª pessoa</vt:lpstr>
      <vt:lpstr>Estrutura do Projeto</vt:lpstr>
      <vt:lpstr>Apresentação do PowerPoint</vt:lpstr>
      <vt:lpstr>Apresentação do PowerPoint</vt:lpstr>
      <vt:lpstr>Estrutura do Projeto</vt:lpstr>
      <vt:lpstr>Apresentação do PowerPoint</vt:lpstr>
      <vt:lpstr>Apresentação do PowerPoint</vt:lpstr>
      <vt:lpstr>Apresentação do PowerPoint</vt:lpstr>
      <vt:lpstr>Estrutura do Projeto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Ely Prado</dc:creator>
  <dc:description/>
  <cp:lastModifiedBy>Ely Prado</cp:lastModifiedBy>
  <cp:revision>121</cp:revision>
  <dcterms:created xsi:type="dcterms:W3CDTF">2017-05-25T02:03:48Z</dcterms:created>
  <dcterms:modified xsi:type="dcterms:W3CDTF">2021-03-09T19:40:09Z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</vt:i4>
  </property>
  <property fmtid="{D5CDD505-2E9C-101B-9397-08002B2CF9AE}" pid="8" name="PresentationFormat">
    <vt:lpwstr>Personalizar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91</vt:i4>
  </property>
</Properties>
</file>